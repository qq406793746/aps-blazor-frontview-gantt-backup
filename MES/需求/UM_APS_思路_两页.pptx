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50" r:id="rId2"/>
  </p:sldMasterIdLst>
  <p:notesMasterIdLst>
    <p:notesMasterId r:id="rId7"/>
  </p:notesMasterIdLst>
  <p:sldIdLst>
    <p:sldId id="256" r:id="rId3"/>
    <p:sldId id="257" r:id="rId4"/>
    <p:sldId id="1344" r:id="rId5"/>
    <p:sldId id="1345" r:id="rId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3" d="100"/>
          <a:sy n="83" d="100"/>
        </p:scale>
        <p:origin x="658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tableStyles" Target="tableStyles.xml"/><Relationship Id="rId5" Type="http://schemas.openxmlformats.org/officeDocument/2006/relationships/slide" Target="slides/slide3.xml"/><Relationship Id="rId10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763828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益模APS.pdf（用户提供），p.1-3,5-6,8-10（滚动排程、负荷分析、外协/加班建议、延期预警、BOM备料、机床/看板、刀具/治具与AGV等能力要点）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益模APS.pdf（用户提供），p.1-3（滚动排程、负荷、交期/优先级、延期预警、BOM备料等要点）
- 益模APS.pdf（用户提供），p.5（机台计划、急件手动派工、计划执行看板）
- 益模APS.pdf（用户提供），p.8-10（刀具全流程、治具寿命/校正/精度监测、AGV取料配送等）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4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4.png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4.png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ver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fik 10" descr="Ein Bild, das Foto, Schnee, weiß, Mann enthält.&#10;&#10;Automatisch generierte Beschreibung">
            <a:extLst>
              <a:ext uri="{FF2B5EF4-FFF2-40B4-BE49-F238E27FC236}">
                <a16:creationId xmlns:a16="http://schemas.microsoft.com/office/drawing/2014/main" id="{F9D66D29-D930-435C-8888-2CC6B9D316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 bwMode="gray">
          <a:xfrm>
            <a:off x="0" y="1382"/>
            <a:ext cx="12192000" cy="685523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 bwMode="gray">
          <a:xfrm>
            <a:off x="1524000" y="980018"/>
            <a:ext cx="9144000" cy="2789343"/>
          </a:xfrm>
        </p:spPr>
        <p:txBody>
          <a:bodyPr anchor="b"/>
          <a:lstStyle>
            <a:lvl1pPr algn="ctr">
              <a:lnSpc>
                <a:spcPct val="85000"/>
              </a:lnSpc>
              <a:defRPr sz="5067" b="1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524000" y="3832107"/>
            <a:ext cx="9144000" cy="1156453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6" name="Image 5" descr="Une image contenant texte, Police, Graphique, logo&#10;&#10;Le contenu généré par l’IA peut être incorrect.">
            <a:extLst>
              <a:ext uri="{FF2B5EF4-FFF2-40B4-BE49-F238E27FC236}">
                <a16:creationId xmlns:a16="http://schemas.microsoft.com/office/drawing/2014/main" id="{755DC22A-5480-4ACB-6EAA-C3A354CD07D1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4008" y="362700"/>
            <a:ext cx="1361443" cy="556769"/>
          </a:xfrm>
          <a:prstGeom prst="rect">
            <a:avLst/>
          </a:prstGeom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BA28BDB0-054A-CA7A-4407-4B8155B43203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399417"/>
            <a:ext cx="12192000" cy="45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4828887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genda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fik 10" descr="Ein Bild, das Foto, Schnee, weiß, Mann enthält.&#10;&#10;Automatisch generierte Beschreibung">
            <a:extLst>
              <a:ext uri="{FF2B5EF4-FFF2-40B4-BE49-F238E27FC236}">
                <a16:creationId xmlns:a16="http://schemas.microsoft.com/office/drawing/2014/main" id="{CE916315-2F64-4573-AB30-11A3D6FEA7F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gray">
          <a:xfrm>
            <a:off x="1" y="1382"/>
            <a:ext cx="4085860" cy="6855236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2B05E0F3-26A8-4329-9F33-75F3C00BCECD}"/>
              </a:ext>
            </a:extLst>
          </p:cNvPr>
          <p:cNvSpPr/>
          <p:nvPr/>
        </p:nvSpPr>
        <p:spPr bwMode="gray">
          <a:xfrm>
            <a:off x="4085861" y="1"/>
            <a:ext cx="8106140" cy="686435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555CC08-4FDE-4406-85DB-610725738853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4394201" y="311263"/>
            <a:ext cx="5636233" cy="659647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3259750-C7F1-44BC-9ECF-6BF2794BE25F}"/>
              </a:ext>
            </a:extLst>
          </p:cNvPr>
          <p:cNvSpPr/>
          <p:nvPr/>
        </p:nvSpPr>
        <p:spPr bwMode="gray">
          <a:xfrm>
            <a:off x="4394200" y="1014096"/>
            <a:ext cx="528000" cy="192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44000" tIns="96000" rIns="144000" bIns="9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l">
              <a:lnSpc>
                <a:spcPct val="110000"/>
              </a:lnSpc>
              <a:spcBef>
                <a:spcPts val="800"/>
              </a:spcBef>
            </a:pPr>
            <a:endParaRPr lang="en-US" sz="1867" err="1">
              <a:solidFill>
                <a:schemeClr val="tx1"/>
              </a:solidFill>
            </a:endParaRP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83623B09-6395-1184-9F20-AFC1F448E20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494008" y="362700"/>
            <a:ext cx="1361443" cy="5567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3299883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pos="1927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genda with Changeable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2B05E0F3-26A8-4329-9F33-75F3C00BCECD}"/>
              </a:ext>
            </a:extLst>
          </p:cNvPr>
          <p:cNvSpPr/>
          <p:nvPr/>
        </p:nvSpPr>
        <p:spPr bwMode="gray">
          <a:xfrm>
            <a:off x="4085861" y="1"/>
            <a:ext cx="8106140" cy="686435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6" name="Picture Placeholder 16">
            <a:extLst>
              <a:ext uri="{FF2B5EF4-FFF2-40B4-BE49-F238E27FC236}">
                <a16:creationId xmlns:a16="http://schemas.microsoft.com/office/drawing/2014/main" id="{20F9AE11-E24B-4E5A-B0D0-9F90792B634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 bwMode="gray">
          <a:xfrm>
            <a:off x="1" y="1"/>
            <a:ext cx="4085860" cy="6864351"/>
          </a:xfrm>
          <a:prstGeom prst="rect">
            <a:avLst/>
          </a:prstGeom>
          <a:ln>
            <a:noFill/>
          </a:ln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555CC08-4FDE-4406-85DB-610725738853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4394201" y="311263"/>
            <a:ext cx="5636233" cy="659647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3259750-C7F1-44BC-9ECF-6BF2794BE25F}"/>
              </a:ext>
            </a:extLst>
          </p:cNvPr>
          <p:cNvSpPr/>
          <p:nvPr/>
        </p:nvSpPr>
        <p:spPr bwMode="gray">
          <a:xfrm>
            <a:off x="4394200" y="1014096"/>
            <a:ext cx="528000" cy="192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44000" tIns="96000" rIns="144000" bIns="9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l">
              <a:lnSpc>
                <a:spcPct val="110000"/>
              </a:lnSpc>
              <a:spcBef>
                <a:spcPts val="800"/>
              </a:spcBef>
            </a:pPr>
            <a:endParaRPr lang="en-US" sz="1867" err="1">
              <a:solidFill>
                <a:schemeClr val="tx1"/>
              </a:solidFill>
            </a:endParaRP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46F9D5FA-DF12-A87C-BDFD-A955461D2EF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494008" y="362700"/>
            <a:ext cx="1361443" cy="5567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4610940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pos="1927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on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E5D055-9498-42E2-9EBB-055EFAF8B344}"/>
              </a:ext>
            </a:extLst>
          </p:cNvPr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141F4C3-7C66-4353-9FEF-75B1A2C01B12}"/>
              </a:ext>
            </a:extLst>
          </p:cNvPr>
          <p:cNvSpPr>
            <a:spLocks noGrp="1"/>
          </p:cNvSpPr>
          <p:nvPr>
            <p:ph sz="quarter" idx="13"/>
          </p:nvPr>
        </p:nvSpPr>
        <p:spPr bwMode="gray">
          <a:xfrm>
            <a:off x="334433" y="1316564"/>
            <a:ext cx="11520000" cy="5088459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696832-4BF8-4A33-B4A7-9271E71E0752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 bwMode="gray"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A1E223-DA74-4AD4-9568-7CE0D082A4B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 bwMode="gray"/>
        <p:txBody>
          <a:bodyPr/>
          <a:lstStyle/>
          <a:p>
            <a:fld id="{E0E1850D-AA7B-41FA-B624-1975CBD02DE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72114120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one Content with Head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20850D-91AD-48C6-8115-88A04C75BF4F}"/>
              </a:ext>
            </a:extLst>
          </p:cNvPr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55E48B3-D512-4662-B783-7F6D066F10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E0E1850D-AA7B-41FA-B624-1975CBD02DEE}" type="slidenum">
              <a:rPr lang="en-GB" smtClean="0"/>
              <a:t>‹#›</a:t>
            </a:fld>
            <a:endParaRPr lang="en-GB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9412D8C3-B265-4EC6-8B0D-0DA40C08F35A}"/>
              </a:ext>
            </a:extLst>
          </p:cNvPr>
          <p:cNvSpPr>
            <a:spLocks noGrp="1"/>
          </p:cNvSpPr>
          <p:nvPr>
            <p:ph sz="quarter" idx="13"/>
          </p:nvPr>
        </p:nvSpPr>
        <p:spPr bwMode="gray">
          <a:xfrm>
            <a:off x="334432" y="1699671"/>
            <a:ext cx="11519997" cy="470535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02E1DF14-4EE1-4118-8C0F-3D5746EAF30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 bwMode="gray"/>
        <p:txBody>
          <a:bodyPr/>
          <a:lstStyle/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A1AF561-32CE-40FD-A866-F1CC1283739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 bwMode="gray">
          <a:xfrm>
            <a:off x="334434" y="1316565"/>
            <a:ext cx="11519996" cy="336000"/>
          </a:xfrm>
          <a:prstGeom prst="rect">
            <a:avLst/>
          </a:prstGeom>
        </p:spPr>
        <p:txBody>
          <a:bodyPr/>
          <a:lstStyle>
            <a:lvl1pPr>
              <a:defRPr b="1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76115377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pos="2796">
          <p15:clr>
            <a:srgbClr val="FBAE40"/>
          </p15:clr>
        </p15:guide>
        <p15:guide id="2" pos="2964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nly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874831-C6ED-44C9-9286-3F04ABD9EC36}"/>
              </a:ext>
            </a:extLst>
          </p:cNvPr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0473BA5-6E32-4848-BE38-34D730A2E7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E0E1850D-AA7B-41FA-B624-1975CBD02DEE}" type="slidenum">
              <a:rPr lang="en-GB" smtClean="0"/>
              <a:t>‹#›</a:t>
            </a:fld>
            <a:endParaRPr lang="en-GB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EF25CE6-FDE1-42A4-A991-484113F45014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 bwMode="gray"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78598243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mplete Picture with small Blue Bo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42EC56AB-F617-41CA-AF94-6502483448C4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 bwMode="gray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gray">
          <a:xfrm>
            <a:off x="-1" y="3482389"/>
            <a:ext cx="4272000" cy="955610"/>
          </a:xfrm>
          <a:solidFill>
            <a:schemeClr val="accent1"/>
          </a:solidFill>
        </p:spPr>
        <p:txBody>
          <a:bodyPr lIns="252000" tIns="108000" rIns="108000" bIns="180000" anchor="b">
            <a:spAutoFit/>
          </a:bodyPr>
          <a:lstStyle>
            <a:lvl1pPr>
              <a:defRPr sz="2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12">
            <a:extLst>
              <a:ext uri="{FF2B5EF4-FFF2-40B4-BE49-F238E27FC236}">
                <a16:creationId xmlns:a16="http://schemas.microsoft.com/office/drawing/2014/main" id="{66287D61-E426-46E5-80FA-CC3B8092BA1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 bwMode="gray">
          <a:xfrm>
            <a:off x="334433" y="4245821"/>
            <a:ext cx="528000" cy="19200"/>
          </a:xfrm>
          <a:prstGeom prst="rect">
            <a:avLst/>
          </a:prstGeom>
          <a:solidFill>
            <a:schemeClr val="tx2"/>
          </a:solidFill>
        </p:spPr>
        <p:txBody>
          <a:bodyPr/>
          <a:lstStyle>
            <a:lvl1pPr>
              <a:defRPr sz="133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/>
              <a:t>.</a:t>
            </a:r>
          </a:p>
        </p:txBody>
      </p:sp>
      <p:sp>
        <p:nvSpPr>
          <p:cNvPr id="3" name="Espace réservé du texte 4">
            <a:extLst>
              <a:ext uri="{FF2B5EF4-FFF2-40B4-BE49-F238E27FC236}">
                <a16:creationId xmlns:a16="http://schemas.microsoft.com/office/drawing/2014/main" id="{8C2CCF78-DEE1-5FE2-A6C8-78B63740A7B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0492800" y="364800"/>
            <a:ext cx="1363200" cy="556800"/>
          </a:xfrm>
          <a:blipFill>
            <a:blip r:embed="rId2"/>
            <a:stretch>
              <a:fillRect/>
            </a:stretch>
          </a:blipFill>
        </p:spPr>
        <p:txBody>
          <a:bodyPr/>
          <a:lstStyle>
            <a:lvl1pPr>
              <a:defRPr sz="133"/>
            </a:lvl1pPr>
          </a:lstStyle>
          <a:p>
            <a:pPr lvl="0"/>
            <a:r>
              <a:rPr lang="fr-FR"/>
              <a:t>UM-logo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77894820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mplete Picture with large Blue Bo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6">
            <a:extLst>
              <a:ext uri="{FF2B5EF4-FFF2-40B4-BE49-F238E27FC236}">
                <a16:creationId xmlns:a16="http://schemas.microsoft.com/office/drawing/2014/main" id="{564F7927-DD75-4436-858A-440B90DF150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 bwMode="gray"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B8108CA-0DDB-4F7F-B781-72BBB0B77E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" y="3478180"/>
            <a:ext cx="4271433" cy="919258"/>
          </a:xfrm>
          <a:solidFill>
            <a:schemeClr val="accent1"/>
          </a:solidFill>
        </p:spPr>
        <p:txBody>
          <a:bodyPr vert="horz" wrap="square" lIns="252000" tIns="108000" rIns="108000" bIns="144000" rtlCol="0" anchor="b">
            <a:spAutoFit/>
          </a:bodyPr>
          <a:lstStyle>
            <a:lvl1pPr>
              <a:defRPr lang="en-US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lvl="0" indent="0">
              <a:spcBef>
                <a:spcPts val="0"/>
              </a:spcBef>
              <a:buFontTx/>
            </a:pPr>
            <a:r>
              <a:rPr lang="en-US"/>
              <a:t>Click to edit Master title style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DD3022E7-73B5-414C-82F4-77B4998FA82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 bwMode="gray">
          <a:xfrm>
            <a:off x="1" y="4284134"/>
            <a:ext cx="4271433" cy="1345854"/>
          </a:xfrm>
          <a:prstGeom prst="rect">
            <a:avLst/>
          </a:prstGeom>
          <a:solidFill>
            <a:schemeClr val="accent1"/>
          </a:solidFill>
        </p:spPr>
        <p:txBody>
          <a:bodyPr lIns="252000" tIns="108000" rIns="108000" bIns="108000">
            <a:spAutoFit/>
          </a:bodyPr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1DDA7E6A-FC1F-4E8B-97A2-5BC61D3C6FE0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 bwMode="gray">
          <a:xfrm>
            <a:off x="334433" y="4254504"/>
            <a:ext cx="528000" cy="19200"/>
          </a:xfrm>
          <a:prstGeom prst="rect">
            <a:avLst/>
          </a:prstGeom>
          <a:solidFill>
            <a:schemeClr val="tx2"/>
          </a:solidFill>
        </p:spPr>
        <p:txBody>
          <a:bodyPr/>
          <a:lstStyle>
            <a:lvl1pPr>
              <a:defRPr sz="133">
                <a:solidFill>
                  <a:schemeClr val="tx2"/>
                </a:solidFill>
              </a:defRPr>
            </a:lvl1pPr>
            <a:lvl2pPr>
              <a:defRPr sz="133">
                <a:solidFill>
                  <a:schemeClr val="tx2"/>
                </a:solidFill>
              </a:defRPr>
            </a:lvl2pPr>
            <a:lvl3pPr>
              <a:defRPr sz="133">
                <a:solidFill>
                  <a:schemeClr val="tx2"/>
                </a:solidFill>
              </a:defRPr>
            </a:lvl3pPr>
            <a:lvl4pPr>
              <a:defRPr sz="133">
                <a:solidFill>
                  <a:schemeClr val="tx2"/>
                </a:solidFill>
              </a:defRPr>
            </a:lvl4pPr>
            <a:lvl5pPr>
              <a:defRPr sz="133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 </a:t>
            </a:r>
          </a:p>
        </p:txBody>
      </p:sp>
      <p:grpSp>
        <p:nvGrpSpPr>
          <p:cNvPr id="7" name="Gruppieren 20">
            <a:extLst>
              <a:ext uri="{FF2B5EF4-FFF2-40B4-BE49-F238E27FC236}">
                <a16:creationId xmlns:a16="http://schemas.microsoft.com/office/drawing/2014/main" id="{60D0284A-FCCA-433A-A211-0711790F6C51}"/>
              </a:ext>
            </a:extLst>
          </p:cNvPr>
          <p:cNvGrpSpPr/>
          <p:nvPr/>
        </p:nvGrpSpPr>
        <p:grpSpPr bwMode="gray">
          <a:xfrm>
            <a:off x="-1127760" y="3429000"/>
            <a:ext cx="975360" cy="2279651"/>
            <a:chOff x="-845820" y="2647950"/>
            <a:chExt cx="731520" cy="1709738"/>
          </a:xfrm>
        </p:grpSpPr>
        <p:cxnSp>
          <p:nvCxnSpPr>
            <p:cNvPr id="8" name="Gerader Verbinder 21">
              <a:extLst>
                <a:ext uri="{FF2B5EF4-FFF2-40B4-BE49-F238E27FC236}">
                  <a16:creationId xmlns:a16="http://schemas.microsoft.com/office/drawing/2014/main" id="{36466159-363F-40A4-8171-D4EF7DDCC370}"/>
                </a:ext>
              </a:extLst>
            </p:cNvPr>
            <p:cNvCxnSpPr/>
            <p:nvPr/>
          </p:nvCxnSpPr>
          <p:spPr bwMode="gray">
            <a:xfrm flipH="1">
              <a:off x="-472440" y="2647950"/>
              <a:ext cx="358140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Gerader Verbinder 22">
              <a:extLst>
                <a:ext uri="{FF2B5EF4-FFF2-40B4-BE49-F238E27FC236}">
                  <a16:creationId xmlns:a16="http://schemas.microsoft.com/office/drawing/2014/main" id="{9BE584D4-8C53-4079-AD52-206AEF080860}"/>
                </a:ext>
              </a:extLst>
            </p:cNvPr>
            <p:cNvCxnSpPr/>
            <p:nvPr/>
          </p:nvCxnSpPr>
          <p:spPr bwMode="gray">
            <a:xfrm flipH="1">
              <a:off x="-472440" y="4357688"/>
              <a:ext cx="358140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Textfeld 27">
              <a:extLst>
                <a:ext uri="{FF2B5EF4-FFF2-40B4-BE49-F238E27FC236}">
                  <a16:creationId xmlns:a16="http://schemas.microsoft.com/office/drawing/2014/main" id="{C4B59150-5137-4BBB-A38D-99385AAEE0AF}"/>
                </a:ext>
              </a:extLst>
            </p:cNvPr>
            <p:cNvSpPr txBox="1"/>
            <p:nvPr/>
          </p:nvSpPr>
          <p:spPr bwMode="gray">
            <a:xfrm>
              <a:off x="-845820" y="2880360"/>
              <a:ext cx="731520" cy="1333499"/>
            </a:xfrm>
            <a:prstGeom prst="rect">
              <a:avLst/>
            </a:prstGeom>
          </p:spPr>
          <p:txBody>
            <a:bodyPr vert="horz" wrap="square" lIns="0" tIns="0" rIns="0" bIns="0" rtlCol="0" anchor="ctr">
              <a:noAutofit/>
            </a:bodyPr>
            <a:lstStyle/>
            <a:p>
              <a:pPr algn="r">
                <a:lnSpc>
                  <a:spcPct val="110000"/>
                </a:lnSpc>
                <a:spcBef>
                  <a:spcPts val="800"/>
                </a:spcBef>
              </a:pPr>
              <a:r>
                <a:rPr lang="de-DE" sz="1600">
                  <a:solidFill>
                    <a:schemeClr val="accent6"/>
                  </a:solidFill>
                </a:rPr>
                <a:t>Maximum </a:t>
              </a:r>
              <a:r>
                <a:rPr lang="de-DE" sz="1600" err="1">
                  <a:solidFill>
                    <a:schemeClr val="accent6"/>
                  </a:solidFill>
                </a:rPr>
                <a:t>height</a:t>
              </a:r>
              <a:r>
                <a:rPr lang="de-DE" sz="1600">
                  <a:solidFill>
                    <a:schemeClr val="accent6"/>
                  </a:solidFill>
                </a:rPr>
                <a:t> </a:t>
              </a:r>
              <a:r>
                <a:rPr lang="de-DE" sz="1600" err="1">
                  <a:solidFill>
                    <a:schemeClr val="accent6"/>
                  </a:solidFill>
                </a:rPr>
                <a:t>of</a:t>
              </a:r>
              <a:r>
                <a:rPr lang="de-DE" sz="1600">
                  <a:solidFill>
                    <a:schemeClr val="accent6"/>
                  </a:solidFill>
                </a:rPr>
                <a:t> </a:t>
              </a:r>
              <a:r>
                <a:rPr lang="de-DE" sz="1600" err="1">
                  <a:solidFill>
                    <a:schemeClr val="accent6"/>
                  </a:solidFill>
                </a:rPr>
                <a:t>the</a:t>
              </a:r>
              <a:r>
                <a:rPr lang="de-DE" sz="1600">
                  <a:solidFill>
                    <a:schemeClr val="accent6"/>
                  </a:solidFill>
                </a:rPr>
                <a:t> </a:t>
              </a:r>
              <a:r>
                <a:rPr lang="de-DE" sz="1600" err="1">
                  <a:solidFill>
                    <a:schemeClr val="accent6"/>
                  </a:solidFill>
                </a:rPr>
                <a:t>blue</a:t>
              </a:r>
              <a:r>
                <a:rPr lang="de-DE" sz="1600">
                  <a:solidFill>
                    <a:schemeClr val="accent6"/>
                  </a:solidFill>
                </a:rPr>
                <a:t> box</a:t>
              </a:r>
            </a:p>
          </p:txBody>
        </p:sp>
      </p:grpSp>
      <p:sp>
        <p:nvSpPr>
          <p:cNvPr id="4" name="Espace réservé du texte 4">
            <a:extLst>
              <a:ext uri="{FF2B5EF4-FFF2-40B4-BE49-F238E27FC236}">
                <a16:creationId xmlns:a16="http://schemas.microsoft.com/office/drawing/2014/main" id="{FC0D8BAB-74E3-1F89-A693-600D8CDE8D4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0492800" y="364800"/>
            <a:ext cx="1363200" cy="556800"/>
          </a:xfrm>
          <a:blipFill>
            <a:blip r:embed="rId2"/>
            <a:stretch>
              <a:fillRect/>
            </a:stretch>
          </a:blipFill>
        </p:spPr>
        <p:txBody>
          <a:bodyPr/>
          <a:lstStyle>
            <a:lvl1pPr>
              <a:defRPr sz="133"/>
            </a:lvl1pPr>
          </a:lstStyle>
          <a:p>
            <a:pPr lvl="0"/>
            <a:r>
              <a:rPr lang="fr-FR"/>
              <a:t>UM-logo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23803227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xt and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43817E-6C5E-40D0-85E5-5F7311136300}"/>
              </a:ext>
            </a:extLst>
          </p:cNvPr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8B5618F-373E-4470-85E5-689D68EF95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E0E1850D-AA7B-41FA-B624-1975CBD02DEE}" type="slidenum">
              <a:rPr lang="en-GB" smtClean="0"/>
              <a:t>‹#›</a:t>
            </a:fld>
            <a:endParaRPr lang="en-GB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A68320F4-0639-4C02-AC92-6ED545E31F0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 bwMode="gray">
          <a:xfrm>
            <a:off x="6276000" y="1316564"/>
            <a:ext cx="5578432" cy="5088459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D4CF5A18-C79A-4B3A-B939-89881430503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 bwMode="gray">
          <a:xfrm>
            <a:off x="334434" y="1316568"/>
            <a:ext cx="5581567" cy="5088457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DD42E0DA-71EC-4889-BBF1-6973E2B5A18F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 bwMode="gray"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90746495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pos="2964">
          <p15:clr>
            <a:srgbClr val="FBAE40"/>
          </p15:clr>
        </p15:guide>
        <p15:guide id="2" pos="2796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ext and Halfside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A68320F4-0639-4C02-AC92-6ED545E31F0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 bwMode="gray">
          <a:xfrm>
            <a:off x="6276001" y="-1"/>
            <a:ext cx="5915999" cy="6857999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343817E-6C5E-40D0-85E5-5F7311136300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334434" y="311262"/>
            <a:ext cx="5581567" cy="65964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8B5618F-373E-4470-85E5-689D68EF95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E0E1850D-AA7B-41FA-B624-1975CBD02DEE}" type="slidenum">
              <a:rPr lang="en-GB" smtClean="0"/>
              <a:t>‹#›</a:t>
            </a:fld>
            <a:endParaRPr lang="en-GB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D4CF5A18-C79A-4B3A-B939-89881430503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 bwMode="gray">
          <a:xfrm>
            <a:off x="334434" y="1316568"/>
            <a:ext cx="5581567" cy="5088457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9CE13C0-7040-4214-BD25-33455C352074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 bwMode="gray"/>
        <p:txBody>
          <a:bodyPr/>
          <a:lstStyle/>
          <a:p>
            <a:endParaRPr lang="en-GB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4A7C10D-5063-4F23-8EF5-080D484A54EA}"/>
              </a:ext>
            </a:extLst>
          </p:cNvPr>
          <p:cNvSpPr/>
          <p:nvPr/>
        </p:nvSpPr>
        <p:spPr bwMode="gray">
          <a:xfrm>
            <a:off x="334433" y="1014096"/>
            <a:ext cx="528000" cy="192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44000" tIns="96000" rIns="144000" bIns="9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l">
              <a:lnSpc>
                <a:spcPct val="110000"/>
              </a:lnSpc>
              <a:spcBef>
                <a:spcPts val="800"/>
              </a:spcBef>
            </a:pPr>
            <a:endParaRPr lang="en-US" sz="1867" err="1">
              <a:solidFill>
                <a:schemeClr val="tx1"/>
              </a:solidFill>
            </a:endParaRPr>
          </a:p>
        </p:txBody>
      </p:sp>
      <p:sp>
        <p:nvSpPr>
          <p:cNvPr id="4" name="Espace réservé du texte 4">
            <a:extLst>
              <a:ext uri="{FF2B5EF4-FFF2-40B4-BE49-F238E27FC236}">
                <a16:creationId xmlns:a16="http://schemas.microsoft.com/office/drawing/2014/main" id="{39E01874-CF3F-7B68-7DDD-0E8BA41E7D89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0492800" y="364800"/>
            <a:ext cx="1363200" cy="556800"/>
          </a:xfrm>
          <a:blipFill>
            <a:blip r:embed="rId2"/>
            <a:stretch>
              <a:fillRect/>
            </a:stretch>
          </a:blipFill>
        </p:spPr>
        <p:txBody>
          <a:bodyPr/>
          <a:lstStyle>
            <a:lvl1pPr>
              <a:defRPr sz="133"/>
            </a:lvl1pPr>
          </a:lstStyle>
          <a:p>
            <a:pPr lvl="0"/>
            <a:r>
              <a:rPr lang="fr-FR"/>
              <a:t>UM-logo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75741189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pos="2964">
          <p15:clr>
            <a:srgbClr val="FBAE40"/>
          </p15:clr>
        </p15:guide>
        <p15:guide id="2" pos="2796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ext and Picture, Blue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22797F06-DA83-4FF7-B7A4-114B75323AFB}"/>
              </a:ext>
            </a:extLst>
          </p:cNvPr>
          <p:cNvSpPr/>
          <p:nvPr/>
        </p:nvSpPr>
        <p:spPr bwMode="gray">
          <a:xfrm>
            <a:off x="7939947" y="1"/>
            <a:ext cx="4252053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05C91D9-2ED0-4934-BE4F-0997E811405E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334433" y="311262"/>
            <a:ext cx="7288344" cy="65964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B1854F0-2B5E-43F1-9799-C165686F48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E0E1850D-AA7B-41FA-B624-1975CBD02DEE}" type="slidenum">
              <a:rPr lang="en-GB" smtClean="0"/>
              <a:t>‹#›</a:t>
            </a:fld>
            <a:endParaRPr lang="en-GB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CFC9DBED-5334-4F2A-AB4B-D36D8A777EE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 bwMode="gray">
          <a:xfrm>
            <a:off x="334433" y="1316568"/>
            <a:ext cx="3585155" cy="5088457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187EBBAB-97B4-41EA-B209-BDAE4C2A2954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 bwMode="gray">
          <a:xfrm>
            <a:off x="4279588" y="1316567"/>
            <a:ext cx="7574845" cy="5088456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/>
              <a:t>Insert PNG</a:t>
            </a:r>
          </a:p>
          <a:p>
            <a:pPr lvl="4"/>
            <a:endParaRPr lang="en-US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8B555700-1A70-4E50-9AE6-CF8EE0A6F6F6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 bwMode="gray"/>
        <p:txBody>
          <a:bodyPr/>
          <a:lstStyle/>
          <a:p>
            <a:endParaRPr lang="en-GB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72CAE24-D66C-425C-9E99-643FCA84108F}"/>
              </a:ext>
            </a:extLst>
          </p:cNvPr>
          <p:cNvSpPr/>
          <p:nvPr/>
        </p:nvSpPr>
        <p:spPr bwMode="gray">
          <a:xfrm>
            <a:off x="334433" y="1014096"/>
            <a:ext cx="528000" cy="192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44000" tIns="96000" rIns="144000" bIns="9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l">
              <a:lnSpc>
                <a:spcPct val="110000"/>
              </a:lnSpc>
              <a:spcBef>
                <a:spcPts val="800"/>
              </a:spcBef>
            </a:pPr>
            <a:endParaRPr lang="en-US" sz="1867" err="1">
              <a:solidFill>
                <a:schemeClr val="tx1"/>
              </a:solidFill>
            </a:endParaRP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8A96840A-11FE-2E9E-D26B-5D0EB57CDD1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494008" y="362700"/>
            <a:ext cx="1361443" cy="5567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2469598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pos="1853">
          <p15:clr>
            <a:srgbClr val="FBAE40"/>
          </p15:clr>
        </p15:guide>
        <p15:guide id="2" pos="202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xt and small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7D925D-BE85-4F40-ACA5-46CF3802A193}"/>
              </a:ext>
            </a:extLst>
          </p:cNvPr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591A65-775C-46B4-80F2-87C7BFA906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E0E1850D-AA7B-41FA-B624-1975CBD02DEE}" type="slidenum">
              <a:rPr lang="en-GB" smtClean="0"/>
              <a:t>‹#›</a:t>
            </a:fld>
            <a:endParaRPr lang="en-GB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0096A223-0CBF-4DF9-8C71-CBECC8F0D07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 bwMode="gray">
          <a:xfrm>
            <a:off x="334433" y="1316568"/>
            <a:ext cx="7430400" cy="5088457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7F4320B6-7D83-4739-963C-7BD8A7B1B2C6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 bwMode="gray">
          <a:xfrm>
            <a:off x="8124833" y="1316567"/>
            <a:ext cx="3729600" cy="5088456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253CC22-0084-4CC8-8176-513236D18E49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 bwMode="gray"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07436035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pos="3669">
          <p15:clr>
            <a:srgbClr val="FBAE40"/>
          </p15:clr>
        </p15:guide>
        <p15:guide id="2" pos="3839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xt and two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7D925D-BE85-4F40-ACA5-46CF3802A193}"/>
              </a:ext>
            </a:extLst>
          </p:cNvPr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591A65-775C-46B4-80F2-87C7BFA906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E0E1850D-AA7B-41FA-B624-1975CBD02DEE}" type="slidenum">
              <a:rPr lang="en-GB" smtClean="0"/>
              <a:t>‹#›</a:t>
            </a:fld>
            <a:endParaRPr lang="en-GB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0096A223-0CBF-4DF9-8C71-CBECC8F0D07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 bwMode="gray">
          <a:xfrm>
            <a:off x="334434" y="1316568"/>
            <a:ext cx="7430433" cy="5088457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7F4320B6-7D83-4739-963C-7BD8A7B1B2C6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 bwMode="gray">
          <a:xfrm>
            <a:off x="8124867" y="1316566"/>
            <a:ext cx="3729567" cy="244823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2" name="Picture Placeholder 8">
            <a:extLst>
              <a:ext uri="{FF2B5EF4-FFF2-40B4-BE49-F238E27FC236}">
                <a16:creationId xmlns:a16="http://schemas.microsoft.com/office/drawing/2014/main" id="{4296039E-550B-4748-B3D3-D261F36C36BE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 bwMode="gray">
          <a:xfrm>
            <a:off x="8124867" y="3956790"/>
            <a:ext cx="3729567" cy="244823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23AEB9D-55ED-47C9-8925-B4BBABB55450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 bwMode="gray"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34579416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pos="3669">
          <p15:clr>
            <a:srgbClr val="FBAE40"/>
          </p15:clr>
        </p15:guide>
        <p15:guide id="2" pos="3839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20850D-91AD-48C6-8115-88A04C75BF4F}"/>
              </a:ext>
            </a:extLst>
          </p:cNvPr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55E48B3-D512-4662-B783-7F6D066F10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E0E1850D-AA7B-41FA-B624-1975CBD02DEE}" type="slidenum">
              <a:rPr lang="en-GB" smtClean="0"/>
              <a:t>‹#›</a:t>
            </a:fld>
            <a:endParaRPr lang="en-GB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9412D8C3-B265-4EC6-8B0D-0DA40C08F35A}"/>
              </a:ext>
            </a:extLst>
          </p:cNvPr>
          <p:cNvSpPr>
            <a:spLocks noGrp="1"/>
          </p:cNvSpPr>
          <p:nvPr>
            <p:ph sz="quarter" idx="13"/>
          </p:nvPr>
        </p:nvSpPr>
        <p:spPr bwMode="gray">
          <a:xfrm>
            <a:off x="334434" y="1316564"/>
            <a:ext cx="5581567" cy="5088459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Content Placeholder 6">
            <a:extLst>
              <a:ext uri="{FF2B5EF4-FFF2-40B4-BE49-F238E27FC236}">
                <a16:creationId xmlns:a16="http://schemas.microsoft.com/office/drawing/2014/main" id="{FD667CC8-5F26-4078-BF85-95437A51A0B0}"/>
              </a:ext>
            </a:extLst>
          </p:cNvPr>
          <p:cNvSpPr>
            <a:spLocks noGrp="1"/>
          </p:cNvSpPr>
          <p:nvPr>
            <p:ph sz="quarter" idx="14"/>
          </p:nvPr>
        </p:nvSpPr>
        <p:spPr bwMode="gray">
          <a:xfrm>
            <a:off x="6276000" y="1316567"/>
            <a:ext cx="5578432" cy="5088456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02E1DF14-4EE1-4118-8C0F-3D5746EAF30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 bwMode="gray"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4602416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pos="2796">
          <p15:clr>
            <a:srgbClr val="FBAE40"/>
          </p15:clr>
        </p15:guide>
        <p15:guide id="2" pos="2964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s with Headlin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20850D-91AD-48C6-8115-88A04C75BF4F}"/>
              </a:ext>
            </a:extLst>
          </p:cNvPr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55E48B3-D512-4662-B783-7F6D066F10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E0E1850D-AA7B-41FA-B624-1975CBD02DEE}" type="slidenum">
              <a:rPr lang="en-GB" smtClean="0"/>
              <a:t>‹#›</a:t>
            </a:fld>
            <a:endParaRPr lang="en-GB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9412D8C3-B265-4EC6-8B0D-0DA40C08F35A}"/>
              </a:ext>
            </a:extLst>
          </p:cNvPr>
          <p:cNvSpPr>
            <a:spLocks noGrp="1"/>
          </p:cNvSpPr>
          <p:nvPr>
            <p:ph sz="quarter" idx="13"/>
          </p:nvPr>
        </p:nvSpPr>
        <p:spPr bwMode="gray">
          <a:xfrm>
            <a:off x="334434" y="1699671"/>
            <a:ext cx="5581567" cy="470535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Content Placeholder 6">
            <a:extLst>
              <a:ext uri="{FF2B5EF4-FFF2-40B4-BE49-F238E27FC236}">
                <a16:creationId xmlns:a16="http://schemas.microsoft.com/office/drawing/2014/main" id="{FD667CC8-5F26-4078-BF85-95437A51A0B0}"/>
              </a:ext>
            </a:extLst>
          </p:cNvPr>
          <p:cNvSpPr>
            <a:spLocks noGrp="1"/>
          </p:cNvSpPr>
          <p:nvPr>
            <p:ph sz="quarter" idx="14"/>
          </p:nvPr>
        </p:nvSpPr>
        <p:spPr bwMode="gray">
          <a:xfrm>
            <a:off x="6275999" y="1699671"/>
            <a:ext cx="5578432" cy="470535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02E1DF14-4EE1-4118-8C0F-3D5746EAF30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 bwMode="gray"/>
        <p:txBody>
          <a:bodyPr/>
          <a:lstStyle/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A1AF561-32CE-40FD-A866-F1CC1283739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 bwMode="gray">
          <a:xfrm>
            <a:off x="334434" y="1316565"/>
            <a:ext cx="5581567" cy="336000"/>
          </a:xfrm>
          <a:prstGeom prst="rect">
            <a:avLst/>
          </a:prstGeom>
        </p:spPr>
        <p:txBody>
          <a:bodyPr/>
          <a:lstStyle>
            <a:lvl1pPr>
              <a:defRPr b="1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C266BC54-6097-4BF5-9885-243CD58EAE23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 bwMode="gray">
          <a:xfrm>
            <a:off x="6275999" y="1316565"/>
            <a:ext cx="5578432" cy="336000"/>
          </a:xfrm>
          <a:prstGeom prst="rect">
            <a:avLst/>
          </a:prstGeom>
        </p:spPr>
        <p:txBody>
          <a:bodyPr/>
          <a:lstStyle>
            <a:lvl1pPr>
              <a:defRPr b="1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179806436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pos="2796">
          <p15:clr>
            <a:srgbClr val="FBAE40"/>
          </p15:clr>
        </p15:guide>
        <p15:guide id="2" pos="2964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Pictures with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20850D-91AD-48C6-8115-88A04C75BF4F}"/>
              </a:ext>
            </a:extLst>
          </p:cNvPr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55E48B3-D512-4662-B783-7F6D066F10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E0E1850D-AA7B-41FA-B624-1975CBD02DEE}" type="slidenum">
              <a:rPr lang="en-GB" smtClean="0"/>
              <a:t>‹#›</a:t>
            </a:fld>
            <a:endParaRPr lang="en-GB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7AB5C48D-5F0B-4990-BF31-D950E9C0DF1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 bwMode="gray">
          <a:xfrm>
            <a:off x="334434" y="1316566"/>
            <a:ext cx="5581567" cy="244823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0" name="Picture Placeholder 8">
            <a:extLst>
              <a:ext uri="{FF2B5EF4-FFF2-40B4-BE49-F238E27FC236}">
                <a16:creationId xmlns:a16="http://schemas.microsoft.com/office/drawing/2014/main" id="{4B7DDD31-F905-4E47-B27B-E1FE6883CB98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 bwMode="gray">
          <a:xfrm>
            <a:off x="6275999" y="1316566"/>
            <a:ext cx="5578432" cy="244823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97DAB75E-78D1-4932-8208-C55EE2D9F683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 bwMode="gray"/>
        <p:txBody>
          <a:bodyPr/>
          <a:lstStyle/>
          <a:p>
            <a:endParaRPr lang="en-GB"/>
          </a:p>
        </p:txBody>
      </p:sp>
      <p:sp>
        <p:nvSpPr>
          <p:cNvPr id="15" name="Content Placeholder 6">
            <a:extLst>
              <a:ext uri="{FF2B5EF4-FFF2-40B4-BE49-F238E27FC236}">
                <a16:creationId xmlns:a16="http://schemas.microsoft.com/office/drawing/2014/main" id="{CA9D60C1-5D05-4DD5-8655-EAF1BA74FB24}"/>
              </a:ext>
            </a:extLst>
          </p:cNvPr>
          <p:cNvSpPr>
            <a:spLocks noGrp="1"/>
          </p:cNvSpPr>
          <p:nvPr>
            <p:ph sz="quarter" idx="19"/>
          </p:nvPr>
        </p:nvSpPr>
        <p:spPr bwMode="gray">
          <a:xfrm>
            <a:off x="334434" y="3956792"/>
            <a:ext cx="5581567" cy="244823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Content Placeholder 6">
            <a:extLst>
              <a:ext uri="{FF2B5EF4-FFF2-40B4-BE49-F238E27FC236}">
                <a16:creationId xmlns:a16="http://schemas.microsoft.com/office/drawing/2014/main" id="{D5AF0C2D-474E-4F7D-9724-4C1D4EBC2B09}"/>
              </a:ext>
            </a:extLst>
          </p:cNvPr>
          <p:cNvSpPr>
            <a:spLocks noGrp="1"/>
          </p:cNvSpPr>
          <p:nvPr>
            <p:ph sz="quarter" idx="20"/>
          </p:nvPr>
        </p:nvSpPr>
        <p:spPr bwMode="gray">
          <a:xfrm>
            <a:off x="6275999" y="3956792"/>
            <a:ext cx="5578432" cy="244823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27206203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pos="2796">
          <p15:clr>
            <a:srgbClr val="FBAE40"/>
          </p15:clr>
        </p15:guide>
        <p15:guide id="2" pos="2964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ur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20850D-91AD-48C6-8115-88A04C75BF4F}"/>
              </a:ext>
            </a:extLst>
          </p:cNvPr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55E48B3-D512-4662-B783-7F6D066F10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E0E1850D-AA7B-41FA-B624-1975CBD02DEE}" type="slidenum">
              <a:rPr lang="en-GB" smtClean="0"/>
              <a:t>‹#›</a:t>
            </a:fld>
            <a:endParaRPr lang="en-GB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7AB5C48D-5F0B-4990-BF31-D950E9C0DF1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 bwMode="gray">
          <a:xfrm>
            <a:off x="334434" y="1316566"/>
            <a:ext cx="5711999" cy="2491836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0" name="Picture Placeholder 8">
            <a:extLst>
              <a:ext uri="{FF2B5EF4-FFF2-40B4-BE49-F238E27FC236}">
                <a16:creationId xmlns:a16="http://schemas.microsoft.com/office/drawing/2014/main" id="{4B7DDD31-F905-4E47-B27B-E1FE6883CB98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 bwMode="gray">
          <a:xfrm>
            <a:off x="6142433" y="1316566"/>
            <a:ext cx="5711999" cy="2491836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97DAB75E-78D1-4932-8208-C55EE2D9F683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 bwMode="gray"/>
        <p:txBody>
          <a:bodyPr/>
          <a:lstStyle/>
          <a:p>
            <a:endParaRPr lang="en-GB"/>
          </a:p>
        </p:txBody>
      </p:sp>
      <p:sp>
        <p:nvSpPr>
          <p:cNvPr id="11" name="Picture Placeholder 8">
            <a:extLst>
              <a:ext uri="{FF2B5EF4-FFF2-40B4-BE49-F238E27FC236}">
                <a16:creationId xmlns:a16="http://schemas.microsoft.com/office/drawing/2014/main" id="{828AC166-EB01-4F36-A1DC-AA720BCB7AEA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 bwMode="gray">
          <a:xfrm>
            <a:off x="334434" y="3904402"/>
            <a:ext cx="5711999" cy="2491836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4" name="Picture Placeholder 8">
            <a:extLst>
              <a:ext uri="{FF2B5EF4-FFF2-40B4-BE49-F238E27FC236}">
                <a16:creationId xmlns:a16="http://schemas.microsoft.com/office/drawing/2014/main" id="{0E8B8AE2-A9AF-4408-BBD6-99BB69306E94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 bwMode="gray">
          <a:xfrm>
            <a:off x="6142433" y="3904402"/>
            <a:ext cx="5711999" cy="2491836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771502280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pos="2857">
          <p15:clr>
            <a:srgbClr val="FBAE40"/>
          </p15:clr>
        </p15:guide>
        <p15:guide id="2" pos="2903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ree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D711EF-2EBF-4F34-AC7F-5FE41F5A0C2D}"/>
              </a:ext>
            </a:extLst>
          </p:cNvPr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51E32BE-46E8-4254-B739-68C7BD5923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E0E1850D-AA7B-41FA-B624-1975CBD02DEE}" type="slidenum">
              <a:rPr lang="en-GB" smtClean="0"/>
              <a:t>‹#›</a:t>
            </a:fld>
            <a:endParaRPr lang="en-GB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53105EBC-A39C-4F32-B067-6E76BE0C6035}"/>
              </a:ext>
            </a:extLst>
          </p:cNvPr>
          <p:cNvSpPr>
            <a:spLocks noGrp="1"/>
          </p:cNvSpPr>
          <p:nvPr>
            <p:ph sz="quarter" idx="13"/>
          </p:nvPr>
        </p:nvSpPr>
        <p:spPr bwMode="gray">
          <a:xfrm>
            <a:off x="334433" y="1316566"/>
            <a:ext cx="3600000" cy="5088457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Content Placeholder 6">
            <a:extLst>
              <a:ext uri="{FF2B5EF4-FFF2-40B4-BE49-F238E27FC236}">
                <a16:creationId xmlns:a16="http://schemas.microsoft.com/office/drawing/2014/main" id="{0C4E5202-888F-43DA-ACDA-E4C30DCFC3BF}"/>
              </a:ext>
            </a:extLst>
          </p:cNvPr>
          <p:cNvSpPr>
            <a:spLocks noGrp="1"/>
          </p:cNvSpPr>
          <p:nvPr>
            <p:ph sz="quarter" idx="14"/>
          </p:nvPr>
        </p:nvSpPr>
        <p:spPr bwMode="gray">
          <a:xfrm>
            <a:off x="4296000" y="1316567"/>
            <a:ext cx="3600000" cy="5088456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Content Placeholder 6">
            <a:extLst>
              <a:ext uri="{FF2B5EF4-FFF2-40B4-BE49-F238E27FC236}">
                <a16:creationId xmlns:a16="http://schemas.microsoft.com/office/drawing/2014/main" id="{F5A25386-F82A-4379-9563-8832F9705319}"/>
              </a:ext>
            </a:extLst>
          </p:cNvPr>
          <p:cNvSpPr>
            <a:spLocks noGrp="1"/>
          </p:cNvSpPr>
          <p:nvPr>
            <p:ph sz="quarter" idx="15"/>
          </p:nvPr>
        </p:nvSpPr>
        <p:spPr bwMode="gray">
          <a:xfrm>
            <a:off x="8254433" y="1316566"/>
            <a:ext cx="3600000" cy="5088457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A5516D14-D071-4E93-B75B-4C5306FC7603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 bwMode="gray"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17142685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pos="1860">
          <p15:clr>
            <a:srgbClr val="FBAE40"/>
          </p15:clr>
        </p15:guide>
        <p15:guide id="2" pos="2030">
          <p15:clr>
            <a:srgbClr val="FBAE40"/>
          </p15:clr>
        </p15:guide>
        <p15:guide id="3" pos="3731">
          <p15:clr>
            <a:srgbClr val="FBAE40"/>
          </p15:clr>
        </p15:guide>
        <p15:guide id="4" pos="3899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ree Contents with Headlin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D711EF-2EBF-4F34-AC7F-5FE41F5A0C2D}"/>
              </a:ext>
            </a:extLst>
          </p:cNvPr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51E32BE-46E8-4254-B739-68C7BD5923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E0E1850D-AA7B-41FA-B624-1975CBD02DEE}" type="slidenum">
              <a:rPr lang="en-GB" smtClean="0"/>
              <a:t>‹#›</a:t>
            </a:fld>
            <a:endParaRPr lang="en-GB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53105EBC-A39C-4F32-B067-6E76BE0C6035}"/>
              </a:ext>
            </a:extLst>
          </p:cNvPr>
          <p:cNvSpPr>
            <a:spLocks noGrp="1"/>
          </p:cNvSpPr>
          <p:nvPr>
            <p:ph sz="quarter" idx="13"/>
          </p:nvPr>
        </p:nvSpPr>
        <p:spPr bwMode="gray">
          <a:xfrm>
            <a:off x="334433" y="1699671"/>
            <a:ext cx="3600000" cy="470535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Content Placeholder 6">
            <a:extLst>
              <a:ext uri="{FF2B5EF4-FFF2-40B4-BE49-F238E27FC236}">
                <a16:creationId xmlns:a16="http://schemas.microsoft.com/office/drawing/2014/main" id="{0C4E5202-888F-43DA-ACDA-E4C30DCFC3BF}"/>
              </a:ext>
            </a:extLst>
          </p:cNvPr>
          <p:cNvSpPr>
            <a:spLocks noGrp="1"/>
          </p:cNvSpPr>
          <p:nvPr>
            <p:ph sz="quarter" idx="14"/>
          </p:nvPr>
        </p:nvSpPr>
        <p:spPr bwMode="gray">
          <a:xfrm>
            <a:off x="4296000" y="1699671"/>
            <a:ext cx="3600000" cy="470535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Content Placeholder 6">
            <a:extLst>
              <a:ext uri="{FF2B5EF4-FFF2-40B4-BE49-F238E27FC236}">
                <a16:creationId xmlns:a16="http://schemas.microsoft.com/office/drawing/2014/main" id="{F5A25386-F82A-4379-9563-8832F9705319}"/>
              </a:ext>
            </a:extLst>
          </p:cNvPr>
          <p:cNvSpPr>
            <a:spLocks noGrp="1"/>
          </p:cNvSpPr>
          <p:nvPr>
            <p:ph sz="quarter" idx="15"/>
          </p:nvPr>
        </p:nvSpPr>
        <p:spPr bwMode="gray">
          <a:xfrm>
            <a:off x="8254433" y="1699671"/>
            <a:ext cx="3600000" cy="470535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A5516D14-D071-4E93-B75B-4C5306FC7603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 bwMode="gray"/>
        <p:txBody>
          <a:bodyPr/>
          <a:lstStyle/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CADCC8C-6243-40CB-B857-BCEC9C52074E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 bwMode="gray">
          <a:xfrm>
            <a:off x="334433" y="1316565"/>
            <a:ext cx="3600000" cy="336000"/>
          </a:xfrm>
          <a:prstGeom prst="rect">
            <a:avLst/>
          </a:prstGeom>
        </p:spPr>
        <p:txBody>
          <a:bodyPr/>
          <a:lstStyle>
            <a:lvl1pPr>
              <a:defRPr b="1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A7E4ABCB-600B-485F-8874-5A821101A97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 bwMode="gray">
          <a:xfrm>
            <a:off x="4296000" y="1316565"/>
            <a:ext cx="3600000" cy="336000"/>
          </a:xfrm>
          <a:prstGeom prst="rect">
            <a:avLst/>
          </a:prstGeom>
        </p:spPr>
        <p:txBody>
          <a:bodyPr/>
          <a:lstStyle>
            <a:lvl1pPr>
              <a:defRPr b="1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F8D9049D-2605-4BD4-95AB-CD940053B8A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 bwMode="gray">
          <a:xfrm>
            <a:off x="8254433" y="1316565"/>
            <a:ext cx="3600000" cy="336000"/>
          </a:xfrm>
          <a:prstGeom prst="rect">
            <a:avLst/>
          </a:prstGeom>
        </p:spPr>
        <p:txBody>
          <a:bodyPr/>
          <a:lstStyle>
            <a:lvl1pPr>
              <a:defRPr b="1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66899931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pos="1860">
          <p15:clr>
            <a:srgbClr val="FBAE40"/>
          </p15:clr>
        </p15:guide>
        <p15:guide id="2" pos="2030">
          <p15:clr>
            <a:srgbClr val="FBAE40"/>
          </p15:clr>
        </p15:guide>
        <p15:guide id="3" pos="3731">
          <p15:clr>
            <a:srgbClr val="FBAE40"/>
          </p15:clr>
        </p15:guide>
        <p15:guide id="4" pos="3899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ree Pictures with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20850D-91AD-48C6-8115-88A04C75BF4F}"/>
              </a:ext>
            </a:extLst>
          </p:cNvPr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55E48B3-D512-4662-B783-7F6D066F10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E0E1850D-AA7B-41FA-B624-1975CBD02DEE}" type="slidenum">
              <a:rPr lang="en-GB" smtClean="0"/>
              <a:t>‹#›</a:t>
            </a:fld>
            <a:endParaRPr lang="en-GB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7AB5C48D-5F0B-4990-BF31-D950E9C0DF1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 bwMode="gray">
          <a:xfrm>
            <a:off x="334433" y="1316566"/>
            <a:ext cx="3600000" cy="244823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0" name="Picture Placeholder 8">
            <a:extLst>
              <a:ext uri="{FF2B5EF4-FFF2-40B4-BE49-F238E27FC236}">
                <a16:creationId xmlns:a16="http://schemas.microsoft.com/office/drawing/2014/main" id="{4B7DDD31-F905-4E47-B27B-E1FE6883CB98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 bwMode="gray">
          <a:xfrm>
            <a:off x="4296000" y="1316566"/>
            <a:ext cx="3600000" cy="244823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1" name="Picture Placeholder 8">
            <a:extLst>
              <a:ext uri="{FF2B5EF4-FFF2-40B4-BE49-F238E27FC236}">
                <a16:creationId xmlns:a16="http://schemas.microsoft.com/office/drawing/2014/main" id="{1B73BCAB-5F5D-42CC-9555-824E6CB0C820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 bwMode="gray">
          <a:xfrm>
            <a:off x="8254433" y="1316566"/>
            <a:ext cx="3600000" cy="244823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5F1EFB2-045E-42CA-B6D1-A816B422F344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 bwMode="gray"/>
        <p:txBody>
          <a:bodyPr/>
          <a:lstStyle/>
          <a:p>
            <a:endParaRPr lang="en-GB"/>
          </a:p>
        </p:txBody>
      </p:sp>
      <p:sp>
        <p:nvSpPr>
          <p:cNvPr id="15" name="Content Placeholder 6">
            <a:extLst>
              <a:ext uri="{FF2B5EF4-FFF2-40B4-BE49-F238E27FC236}">
                <a16:creationId xmlns:a16="http://schemas.microsoft.com/office/drawing/2014/main" id="{640E6561-C9CB-49B6-BAE3-890F9FF76E57}"/>
              </a:ext>
            </a:extLst>
          </p:cNvPr>
          <p:cNvSpPr>
            <a:spLocks noGrp="1"/>
          </p:cNvSpPr>
          <p:nvPr>
            <p:ph sz="quarter" idx="21"/>
          </p:nvPr>
        </p:nvSpPr>
        <p:spPr bwMode="gray">
          <a:xfrm>
            <a:off x="334433" y="3956792"/>
            <a:ext cx="3600000" cy="244823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Content Placeholder 6">
            <a:extLst>
              <a:ext uri="{FF2B5EF4-FFF2-40B4-BE49-F238E27FC236}">
                <a16:creationId xmlns:a16="http://schemas.microsoft.com/office/drawing/2014/main" id="{41C780F3-6120-4B44-A32A-F0EF71F0CABA}"/>
              </a:ext>
            </a:extLst>
          </p:cNvPr>
          <p:cNvSpPr>
            <a:spLocks noGrp="1"/>
          </p:cNvSpPr>
          <p:nvPr>
            <p:ph sz="quarter" idx="22"/>
          </p:nvPr>
        </p:nvSpPr>
        <p:spPr bwMode="gray">
          <a:xfrm>
            <a:off x="4296000" y="3956792"/>
            <a:ext cx="3600000" cy="244823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Content Placeholder 6">
            <a:extLst>
              <a:ext uri="{FF2B5EF4-FFF2-40B4-BE49-F238E27FC236}">
                <a16:creationId xmlns:a16="http://schemas.microsoft.com/office/drawing/2014/main" id="{94FB5D3F-B7BF-4F7F-8640-90D54196991D}"/>
              </a:ext>
            </a:extLst>
          </p:cNvPr>
          <p:cNvSpPr>
            <a:spLocks noGrp="1"/>
          </p:cNvSpPr>
          <p:nvPr>
            <p:ph sz="quarter" idx="23"/>
          </p:nvPr>
        </p:nvSpPr>
        <p:spPr bwMode="gray">
          <a:xfrm>
            <a:off x="8254433" y="3956792"/>
            <a:ext cx="3600000" cy="244823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249672745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pos="2030">
          <p15:clr>
            <a:srgbClr val="FBAE40"/>
          </p15:clr>
        </p15:guide>
        <p15:guide id="2" pos="3731">
          <p15:clr>
            <a:srgbClr val="FBAE40"/>
          </p15:clr>
        </p15:guide>
        <p15:guide id="3" pos="1860">
          <p15:clr>
            <a:srgbClr val="FBAE40"/>
          </p15:clr>
        </p15:guide>
        <p15:guide id="4" pos="3899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xt and Content with Head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20850D-91AD-48C6-8115-88A04C75BF4F}"/>
              </a:ext>
            </a:extLst>
          </p:cNvPr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55E48B3-D512-4662-B783-7F6D066F10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E0E1850D-AA7B-41FA-B624-1975CBD02DEE}" type="slidenum">
              <a:rPr lang="en-GB" smtClean="0"/>
              <a:t>‹#›</a:t>
            </a:fld>
            <a:endParaRPr lang="en-GB"/>
          </a:p>
        </p:txBody>
      </p:sp>
      <p:sp>
        <p:nvSpPr>
          <p:cNvPr id="8" name="Content Placeholder 6">
            <a:extLst>
              <a:ext uri="{FF2B5EF4-FFF2-40B4-BE49-F238E27FC236}">
                <a16:creationId xmlns:a16="http://schemas.microsoft.com/office/drawing/2014/main" id="{FD667CC8-5F26-4078-BF85-95437A51A0B0}"/>
              </a:ext>
            </a:extLst>
          </p:cNvPr>
          <p:cNvSpPr>
            <a:spLocks noGrp="1"/>
          </p:cNvSpPr>
          <p:nvPr>
            <p:ph sz="quarter" idx="14"/>
          </p:nvPr>
        </p:nvSpPr>
        <p:spPr bwMode="gray">
          <a:xfrm>
            <a:off x="6275999" y="1699671"/>
            <a:ext cx="5578432" cy="470535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517EEF7E-976E-4FE6-BFF2-06DD0221018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 bwMode="gray">
          <a:xfrm>
            <a:off x="334434" y="1316566"/>
            <a:ext cx="5581567" cy="5088457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5F62A4F9-B9EF-43D5-A254-A9C47C1921B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 bwMode="gray">
          <a:xfrm>
            <a:off x="6275999" y="1316565"/>
            <a:ext cx="5578432" cy="336000"/>
          </a:xfrm>
          <a:prstGeom prst="rect">
            <a:avLst/>
          </a:prstGeom>
        </p:spPr>
        <p:txBody>
          <a:bodyPr/>
          <a:lstStyle>
            <a:lvl1pPr>
              <a:defRPr b="1"/>
            </a:lvl1pPr>
            <a:lvl2pPr marL="0" indent="0">
              <a:buNone/>
              <a:defRPr b="1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DB165F98-91B7-40D1-AC16-F64F73CA5F5C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 bwMode="gray"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63754005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pos="2796">
          <p15:clr>
            <a:srgbClr val="FBAE40"/>
          </p15:clr>
        </p15:guide>
        <p15:guide id="2" pos="2964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mplete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0FAD1D12-7C41-4D66-B4D6-0A8AE293082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 bwMode="gray">
          <a:xfrm>
            <a:off x="0" y="0"/>
            <a:ext cx="12192000" cy="685800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103B321-ECC9-42C3-A197-5F4AFE11D523}"/>
              </a:ext>
            </a:extLst>
          </p:cNvPr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01CBA85-1966-4456-8BD2-1DEC158D2D15}"/>
              </a:ext>
            </a:extLst>
          </p:cNvPr>
          <p:cNvSpPr>
            <a:spLocks noGrp="1"/>
          </p:cNvSpPr>
          <p:nvPr>
            <p:ph type="dt" sz="half" idx="10"/>
          </p:nvPr>
        </p:nvSpPr>
        <p:spPr bwMode="gray"/>
        <p:txBody>
          <a:bodyPr/>
          <a:lstStyle/>
          <a:p>
            <a:fld id="{D99184CA-0B70-48FD-80E1-891D2B9F5768}" type="datetimeFigureOut">
              <a:rPr lang="en-GB" smtClean="0"/>
              <a:t>26/12/2025</a:t>
            </a:fld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BAC1EE-45BA-4BBE-8E8A-C70B3D7E3A3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gray"/>
        <p:txBody>
          <a:bodyPr/>
          <a:lstStyle/>
          <a:p>
            <a:fld id="{E0E1850D-AA7B-41FA-B624-1975CBD02DEE}" type="slidenum">
              <a:rPr lang="en-GB" smtClean="0"/>
              <a:t>‹#›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CC30CB-F81A-423B-9E44-F47512DCDBEA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 bwMode="gray"/>
        <p:txBody>
          <a:bodyPr/>
          <a:lstStyle/>
          <a:p>
            <a:endParaRPr lang="en-GB"/>
          </a:p>
        </p:txBody>
      </p:sp>
      <p:sp>
        <p:nvSpPr>
          <p:cNvPr id="9" name="Textplatzhalter 4">
            <a:extLst>
              <a:ext uri="{FF2B5EF4-FFF2-40B4-BE49-F238E27FC236}">
                <a16:creationId xmlns:a16="http://schemas.microsoft.com/office/drawing/2014/main" id="{286AE424-3A61-46C8-8E1B-A058D460AE60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 bwMode="gray">
          <a:xfrm>
            <a:off x="334433" y="1014096"/>
            <a:ext cx="528000" cy="19200"/>
          </a:xfrm>
          <a:prstGeom prst="rect">
            <a:avLst/>
          </a:prstGeom>
          <a:solidFill>
            <a:schemeClr val="tx2"/>
          </a:solidFill>
        </p:spPr>
        <p:txBody>
          <a:bodyPr/>
          <a:lstStyle>
            <a:lvl1pPr>
              <a:defRPr sz="133">
                <a:solidFill>
                  <a:schemeClr val="tx2"/>
                </a:solidFill>
              </a:defRPr>
            </a:lvl1pPr>
            <a:lvl2pPr>
              <a:defRPr sz="133">
                <a:solidFill>
                  <a:schemeClr val="tx2"/>
                </a:solidFill>
              </a:defRPr>
            </a:lvl2pPr>
            <a:lvl3pPr>
              <a:defRPr sz="133">
                <a:solidFill>
                  <a:schemeClr val="tx2"/>
                </a:solidFill>
              </a:defRPr>
            </a:lvl3pPr>
            <a:lvl4pPr>
              <a:defRPr sz="133">
                <a:solidFill>
                  <a:schemeClr val="tx2"/>
                </a:solidFill>
              </a:defRPr>
            </a:lvl4pPr>
            <a:lvl5pPr>
              <a:defRPr sz="133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 </a:t>
            </a:r>
          </a:p>
        </p:txBody>
      </p:sp>
      <p:pic>
        <p:nvPicPr>
          <p:cNvPr id="6" name="Image 5" descr="Une image contenant texte, Police, Graphique, logo&#10;&#10;Le contenu généré par l’IA peut être incorrect.">
            <a:extLst>
              <a:ext uri="{FF2B5EF4-FFF2-40B4-BE49-F238E27FC236}">
                <a16:creationId xmlns:a16="http://schemas.microsoft.com/office/drawing/2014/main" id="{BA06080E-4282-382F-6FBD-35E2E2660B7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4008" y="362700"/>
            <a:ext cx="1361443" cy="5567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573114"/>
      </p:ext>
    </p:extLst>
  </p:cSld>
  <p:clrMapOvr>
    <a:masterClrMapping/>
  </p:clrMapOvr>
  <p:hf hdr="0" ftr="0" dt="0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Vide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Media Placeholder 6">
            <a:extLst>
              <a:ext uri="{FF2B5EF4-FFF2-40B4-BE49-F238E27FC236}">
                <a16:creationId xmlns:a16="http://schemas.microsoft.com/office/drawing/2014/main" id="{25F61572-2B2B-40C5-B9EC-57A592FDEB70}"/>
              </a:ext>
            </a:extLst>
          </p:cNvPr>
          <p:cNvSpPr>
            <a:spLocks noGrp="1"/>
          </p:cNvSpPr>
          <p:nvPr>
            <p:ph type="media" sz="quarter" idx="10" hasCustomPrompt="1"/>
          </p:nvPr>
        </p:nvSpPr>
        <p:spPr bwMode="gray"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/>
              <a:t>Add a media clip by clicking on the icon</a:t>
            </a:r>
          </a:p>
        </p:txBody>
      </p:sp>
    </p:spTree>
    <p:extLst>
      <p:ext uri="{BB962C8B-B14F-4D97-AF65-F5344CB8AC3E}">
        <p14:creationId xmlns:p14="http://schemas.microsoft.com/office/powerpoint/2010/main" val="410748911"/>
      </p:ext>
    </p:extLst>
  </p:cSld>
  <p:clrMapOvr>
    <a:masterClrMapping/>
  </p:clrMapOvr>
  <p:hf hdr="0" ftr="0" dt="0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 Slide with Conta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rafik 10" descr="Ein Bild, das Foto, Schnee, weiß, Mann enthält.&#10;&#10;Automatisch generierte Beschreibung">
            <a:extLst>
              <a:ext uri="{FF2B5EF4-FFF2-40B4-BE49-F238E27FC236}">
                <a16:creationId xmlns:a16="http://schemas.microsoft.com/office/drawing/2014/main" id="{91D28091-7982-4F4D-AC44-21081197BC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 bwMode="gray">
          <a:xfrm>
            <a:off x="0" y="1382"/>
            <a:ext cx="12192000" cy="685523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62F02FA-2D89-4AC7-903B-B0CCDAE5D10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/>
        <p:txBody>
          <a:bodyPr/>
          <a:lstStyle>
            <a:lvl1pPr>
              <a:defRPr/>
            </a:lvl1pPr>
          </a:lstStyle>
          <a:p>
            <a:r>
              <a:rPr lang="en-US"/>
              <a:t>Stay in Contact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D5CF7B09-1597-4AE6-8D57-07BFDEF4AFB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 bwMode="gray">
          <a:xfrm>
            <a:off x="506" y="3594402"/>
            <a:ext cx="5536695" cy="2205916"/>
          </a:xfrm>
          <a:prstGeom prst="rect">
            <a:avLst/>
          </a:prstGeom>
          <a:solidFill>
            <a:schemeClr val="accent1"/>
          </a:solidFill>
        </p:spPr>
        <p:txBody>
          <a:bodyPr lIns="252000" tIns="180000" rIns="108000" bIns="108000"/>
          <a:lstStyle>
            <a:lvl1pPr>
              <a:defRPr sz="24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Name</a:t>
            </a:r>
          </a:p>
        </p:txBody>
      </p:sp>
      <p:sp>
        <p:nvSpPr>
          <p:cNvPr id="14" name="Text Placeholder 12">
            <a:extLst>
              <a:ext uri="{FF2B5EF4-FFF2-40B4-BE49-F238E27FC236}">
                <a16:creationId xmlns:a16="http://schemas.microsoft.com/office/drawing/2014/main" id="{D1E741AC-9EC9-4981-B4BB-A393E13AC25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 bwMode="gray">
          <a:xfrm>
            <a:off x="334434" y="4277200"/>
            <a:ext cx="5202767" cy="33353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Function</a:t>
            </a:r>
          </a:p>
        </p:txBody>
      </p:sp>
      <p:sp>
        <p:nvSpPr>
          <p:cNvPr id="15" name="Text Placeholder 12">
            <a:extLst>
              <a:ext uri="{FF2B5EF4-FFF2-40B4-BE49-F238E27FC236}">
                <a16:creationId xmlns:a16="http://schemas.microsoft.com/office/drawing/2014/main" id="{69CC31B2-E950-4091-9442-5D893CE198A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 bwMode="gray">
          <a:xfrm>
            <a:off x="334434" y="4883467"/>
            <a:ext cx="5202767" cy="916851"/>
          </a:xfrm>
          <a:prstGeom prst="rect">
            <a:avLst/>
          </a:prstGeom>
        </p:spPr>
        <p:txBody>
          <a:bodyPr/>
          <a:lstStyle>
            <a:lvl1pPr>
              <a:lnSpc>
                <a:spcPct val="90000"/>
              </a:lnSpc>
              <a:defRPr sz="1867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Mail …</a:t>
            </a:r>
          </a:p>
          <a:p>
            <a:pPr lvl="0"/>
            <a:r>
              <a:rPr lang="en-US"/>
              <a:t>Fon …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7BC91BE-FDFE-4CEC-9033-3A65AF09F785}"/>
              </a:ext>
            </a:extLst>
          </p:cNvPr>
          <p:cNvSpPr/>
          <p:nvPr/>
        </p:nvSpPr>
        <p:spPr bwMode="gray">
          <a:xfrm>
            <a:off x="334433" y="1014096"/>
            <a:ext cx="528000" cy="192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44000" tIns="96000" rIns="144000" bIns="9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l">
              <a:lnSpc>
                <a:spcPct val="110000"/>
              </a:lnSpc>
              <a:spcBef>
                <a:spcPts val="800"/>
              </a:spcBef>
            </a:pPr>
            <a:endParaRPr lang="en-US" sz="1867" err="1">
              <a:solidFill>
                <a:schemeClr val="tx1"/>
              </a:solidFill>
            </a:endParaRPr>
          </a:p>
        </p:txBody>
      </p:sp>
      <p:pic>
        <p:nvPicPr>
          <p:cNvPr id="3" name="Image 2" descr="Une image contenant texte, Police, Graphique, logo&#10;&#10;Le contenu généré par l’IA peut être incorrect.">
            <a:extLst>
              <a:ext uri="{FF2B5EF4-FFF2-40B4-BE49-F238E27FC236}">
                <a16:creationId xmlns:a16="http://schemas.microsoft.com/office/drawing/2014/main" id="{2FF35999-8230-30FD-9829-A08DBD2614D1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4008" y="362700"/>
            <a:ext cx="1361443" cy="556769"/>
          </a:xfrm>
          <a:prstGeom prst="rect">
            <a:avLst/>
          </a:prstGeom>
        </p:spPr>
      </p:pic>
      <p:pic>
        <p:nvPicPr>
          <p:cNvPr id="4" name="Image 3">
            <a:extLst>
              <a:ext uri="{FF2B5EF4-FFF2-40B4-BE49-F238E27FC236}">
                <a16:creationId xmlns:a16="http://schemas.microsoft.com/office/drawing/2014/main" id="{D5A2A0A3-CAAB-A1E3-DBA4-5704B4DE6F2F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399417"/>
            <a:ext cx="12192000" cy="45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242115"/>
      </p:ext>
    </p:extLst>
  </p:cSld>
  <p:clrMapOvr>
    <a:masterClrMapping/>
  </p:clrMapOvr>
  <p:hf hdr="0" ftr="0" dt="0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losing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fik 10" descr="Ein Bild, das Foto, Schnee, weiß, Mann enthält.&#10;&#10;Automatisch generierte Beschreibung">
            <a:extLst>
              <a:ext uri="{FF2B5EF4-FFF2-40B4-BE49-F238E27FC236}">
                <a16:creationId xmlns:a16="http://schemas.microsoft.com/office/drawing/2014/main" id="{9F87387E-BC96-4BF3-B066-9C7AA28DC6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 bwMode="gray">
          <a:xfrm>
            <a:off x="0" y="1382"/>
            <a:ext cx="12192000" cy="685523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E196591-8AE4-414B-99A2-0B4DAB736D88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2630600" y="2879627"/>
            <a:ext cx="6930800" cy="2342613"/>
          </a:xfrm>
        </p:spPr>
        <p:txBody>
          <a:bodyPr anchor="t"/>
          <a:lstStyle>
            <a:lvl1pPr algn="ctr">
              <a:defRPr sz="5067" b="1"/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3" name="Image 2" descr="Une image contenant texte, Police, Graphique, logo&#10;&#10;Le contenu généré par l’IA peut être incorrect.">
            <a:extLst>
              <a:ext uri="{FF2B5EF4-FFF2-40B4-BE49-F238E27FC236}">
                <a16:creationId xmlns:a16="http://schemas.microsoft.com/office/drawing/2014/main" id="{95FA0283-D463-7758-2198-A9513D240DA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4008" y="362700"/>
            <a:ext cx="1361443" cy="556769"/>
          </a:xfrm>
          <a:prstGeom prst="rect">
            <a:avLst/>
          </a:prstGeom>
        </p:spPr>
      </p:pic>
      <p:pic>
        <p:nvPicPr>
          <p:cNvPr id="4" name="Image 3">
            <a:extLst>
              <a:ext uri="{FF2B5EF4-FFF2-40B4-BE49-F238E27FC236}">
                <a16:creationId xmlns:a16="http://schemas.microsoft.com/office/drawing/2014/main" id="{1D87C4B0-AEF9-3257-667F-8EBFC0F5171D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399417"/>
            <a:ext cx="12192000" cy="45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1066166"/>
      </p:ext>
    </p:extLst>
  </p:cSld>
  <p:clrMapOvr>
    <a:masterClrMapping/>
  </p:clrMapOvr>
  <p:hf hdr="0" ftr="0" dt="0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 descr="Une image contenant texte, Police, Graphique, logo&#10;&#10;Le contenu généré par l’IA peut être incorrect.">
            <a:extLst>
              <a:ext uri="{FF2B5EF4-FFF2-40B4-BE49-F238E27FC236}">
                <a16:creationId xmlns:a16="http://schemas.microsoft.com/office/drawing/2014/main" id="{321F8C4C-8F0C-461A-E993-F258712416F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4008" y="362700"/>
            <a:ext cx="1361443" cy="5567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4729006"/>
      </p:ext>
    </p:extLst>
  </p:cSld>
  <p:clrMapOvr>
    <a:masterClrMapping/>
  </p:clrMapOvr>
  <p:hf hdr="0" ftr="0" dt="0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46AED8-6E05-6C8B-AB40-9144835CFD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ABA8A2E-37A9-7CC4-687B-702097443C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184CA-0B70-48FD-80E1-891D2B9F5768}" type="datetimeFigureOut">
              <a:rPr lang="en-GB" smtClean="0"/>
              <a:t>26/12/2025</a:t>
            </a:fld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1EE989-D4CB-517F-914F-5CA5D3282DD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0E1850D-AA7B-41FA-B624-1975CBD02DEE}" type="slidenum">
              <a:rPr lang="en-GB" smtClean="0"/>
              <a:t>‹#›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62BFB9-3254-5A69-E13F-F7EA983DAFB9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453154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4.xml"/><Relationship Id="rId18" Type="http://schemas.openxmlformats.org/officeDocument/2006/relationships/slideLayout" Target="../slideLayouts/slideLayout19.xml"/><Relationship Id="rId26" Type="http://schemas.openxmlformats.org/officeDocument/2006/relationships/slideLayout" Target="../slideLayouts/slideLayout27.xml"/><Relationship Id="rId3" Type="http://schemas.openxmlformats.org/officeDocument/2006/relationships/slideLayout" Target="../slideLayouts/slideLayout4.xml"/><Relationship Id="rId21" Type="http://schemas.openxmlformats.org/officeDocument/2006/relationships/slideLayout" Target="../slideLayouts/slideLayout22.xml"/><Relationship Id="rId7" Type="http://schemas.openxmlformats.org/officeDocument/2006/relationships/slideLayout" Target="../slideLayouts/slideLayout8.xml"/><Relationship Id="rId12" Type="http://schemas.openxmlformats.org/officeDocument/2006/relationships/slideLayout" Target="../slideLayouts/slideLayout13.xml"/><Relationship Id="rId17" Type="http://schemas.openxmlformats.org/officeDocument/2006/relationships/slideLayout" Target="../slideLayouts/slideLayout18.xml"/><Relationship Id="rId25" Type="http://schemas.openxmlformats.org/officeDocument/2006/relationships/slideLayout" Target="../slideLayouts/slideLayout26.xml"/><Relationship Id="rId2" Type="http://schemas.openxmlformats.org/officeDocument/2006/relationships/slideLayout" Target="../slideLayouts/slideLayout3.xml"/><Relationship Id="rId16" Type="http://schemas.openxmlformats.org/officeDocument/2006/relationships/slideLayout" Target="../slideLayouts/slideLayout17.xml"/><Relationship Id="rId20" Type="http://schemas.openxmlformats.org/officeDocument/2006/relationships/slideLayout" Target="../slideLayouts/slideLayout21.xml"/><Relationship Id="rId29" Type="http://schemas.openxmlformats.org/officeDocument/2006/relationships/tags" Target="../tags/tag1.xml"/><Relationship Id="rId1" Type="http://schemas.openxmlformats.org/officeDocument/2006/relationships/slideLayout" Target="../slideLayouts/slideLayout2.xml"/><Relationship Id="rId6" Type="http://schemas.openxmlformats.org/officeDocument/2006/relationships/slideLayout" Target="../slideLayouts/slideLayout7.xml"/><Relationship Id="rId11" Type="http://schemas.openxmlformats.org/officeDocument/2006/relationships/slideLayout" Target="../slideLayouts/slideLayout12.xml"/><Relationship Id="rId24" Type="http://schemas.openxmlformats.org/officeDocument/2006/relationships/slideLayout" Target="../slideLayouts/slideLayout25.xml"/><Relationship Id="rId32" Type="http://schemas.openxmlformats.org/officeDocument/2006/relationships/image" Target="../media/image2.png"/><Relationship Id="rId5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6.xml"/><Relationship Id="rId23" Type="http://schemas.openxmlformats.org/officeDocument/2006/relationships/slideLayout" Target="../slideLayouts/slideLayout24.xml"/><Relationship Id="rId28" Type="http://schemas.openxmlformats.org/officeDocument/2006/relationships/theme" Target="../theme/theme2.xml"/><Relationship Id="rId10" Type="http://schemas.openxmlformats.org/officeDocument/2006/relationships/slideLayout" Target="../slideLayouts/slideLayout11.xml"/><Relationship Id="rId19" Type="http://schemas.openxmlformats.org/officeDocument/2006/relationships/slideLayout" Target="../slideLayouts/slideLayout20.xml"/><Relationship Id="rId31" Type="http://schemas.openxmlformats.org/officeDocument/2006/relationships/image" Target="../media/image1.emf"/><Relationship Id="rId4" Type="http://schemas.openxmlformats.org/officeDocument/2006/relationships/slideLayout" Target="../slideLayouts/slideLayout5.xml"/><Relationship Id="rId9" Type="http://schemas.openxmlformats.org/officeDocument/2006/relationships/slideLayout" Target="../slideLayouts/slideLayout10.xml"/><Relationship Id="rId14" Type="http://schemas.openxmlformats.org/officeDocument/2006/relationships/slideLayout" Target="../slideLayouts/slideLayout15.xml"/><Relationship Id="rId22" Type="http://schemas.openxmlformats.org/officeDocument/2006/relationships/slideLayout" Target="../slideLayouts/slideLayout23.xml"/><Relationship Id="rId27" Type="http://schemas.openxmlformats.org/officeDocument/2006/relationships/slideLayout" Target="../slideLayouts/slideLayout28.xml"/><Relationship Id="rId30" Type="http://schemas.openxmlformats.org/officeDocument/2006/relationships/oleObject" Target="../embeddings/oleObject1.bin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80B47FB7-601E-8D04-B4FB-ECCC445663E1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844350" y="6672580"/>
            <a:ext cx="560387" cy="12192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zh-CN" altLang="en-US" sz="800">
                <a:solidFill>
                  <a:srgbClr val="FF0000">
                    <a:alpha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INTERNAL 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3C056066-046B-8637-0BDE-57FAD3A816F0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9"/>
            </p:custDataLst>
            <p:extLst>
              <p:ext uri="{D42A27DB-BD31-4B8C-83A1-F6EECF244321}">
                <p14:modId xmlns:p14="http://schemas.microsoft.com/office/powerpoint/2010/main" val="1310952424"/>
              </p:ext>
            </p:extLst>
          </p:nvPr>
        </p:nvGraphicFramePr>
        <p:xfrm>
          <a:off x="2118" y="2118"/>
          <a:ext cx="2117" cy="21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0" imgW="405" imgH="405" progId="TCLayout.ActiveDocument.1">
                  <p:embed/>
                </p:oleObj>
              </mc:Choice>
              <mc:Fallback>
                <p:oleObj name="think-cell Slide" r:id="rId30" imgW="405" imgH="405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3C056066-046B-8637-0BDE-57FAD3A816F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1"/>
                      <a:stretch>
                        <a:fillRect/>
                      </a:stretch>
                    </p:blipFill>
                    <p:spPr>
                      <a:xfrm>
                        <a:off x="2118" y="2118"/>
                        <a:ext cx="2117" cy="21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334433" y="311262"/>
            <a:ext cx="9696000" cy="659647"/>
          </a:xfrm>
          <a:prstGeom prst="rect">
            <a:avLst/>
          </a:prstGeom>
        </p:spPr>
        <p:txBody>
          <a:bodyPr vert="horz" wrap="square" lIns="0" tIns="0" rIns="0" bIns="0" rtlCol="0" anchor="b">
            <a:noAutofit/>
          </a:bodyPr>
          <a:lstStyle/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 bwMode="gray">
          <a:xfrm>
            <a:off x="11290339" y="6613082"/>
            <a:ext cx="564092" cy="98119"/>
          </a:xfrm>
          <a:prstGeom prst="rect">
            <a:avLst/>
          </a:prstGeom>
        </p:spPr>
        <p:txBody>
          <a:bodyPr vert="horz" wrap="square" lIns="0" tIns="0" rIns="0" bIns="0" rtlCol="0" anchor="ctr">
            <a:noAutofit/>
          </a:bodyPr>
          <a:lstStyle>
            <a:lvl1pPr algn="r">
              <a:defRPr sz="800">
                <a:solidFill>
                  <a:schemeClr val="accent6"/>
                </a:solidFill>
              </a:defRPr>
            </a:lvl1pPr>
          </a:lstStyle>
          <a:p>
            <a:fld id="{D99184CA-0B70-48FD-80E1-891D2B9F5768}" type="datetimeFigureOut">
              <a:rPr lang="en-GB" smtClean="0"/>
              <a:t>26/12/2025</a:t>
            </a:fld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334433" y="6613082"/>
            <a:ext cx="226611" cy="98119"/>
          </a:xfrm>
          <a:prstGeom prst="rect">
            <a:avLst/>
          </a:prstGeom>
        </p:spPr>
        <p:txBody>
          <a:bodyPr vert="horz" wrap="square" lIns="0" tIns="0" rIns="0" bIns="0" rtlCol="0" anchor="ctr">
            <a:noAutofit/>
          </a:bodyPr>
          <a:lstStyle>
            <a:lvl1pPr algn="l">
              <a:defRPr sz="800">
                <a:solidFill>
                  <a:schemeClr val="accent6"/>
                </a:solidFill>
              </a:defRPr>
            </a:lvl1pPr>
          </a:lstStyle>
          <a:p>
            <a:fld id="{E0E1850D-AA7B-41FA-B624-1975CBD02DEE}" type="slidenum">
              <a:rPr lang="en-GB" smtClean="0"/>
              <a:t>‹#›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 bwMode="gray">
          <a:xfrm>
            <a:off x="669925" y="6613082"/>
            <a:ext cx="4595059" cy="98119"/>
          </a:xfrm>
          <a:prstGeom prst="rect">
            <a:avLst/>
          </a:prstGeom>
        </p:spPr>
        <p:txBody>
          <a:bodyPr vert="horz" wrap="square" lIns="0" tIns="0" rIns="0" bIns="0" rtlCol="0" anchor="ctr">
            <a:noAutofit/>
          </a:bodyPr>
          <a:lstStyle>
            <a:lvl1pPr algn="l">
              <a:defRPr sz="800">
                <a:solidFill>
                  <a:schemeClr val="accent6"/>
                </a:solidFill>
              </a:defRPr>
            </a:lvl1pPr>
          </a:lstStyle>
          <a:p>
            <a:endParaRPr lang="en-GB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5044DF4-F9C0-4D61-A9A2-FA938A3BFCDB}"/>
              </a:ext>
            </a:extLst>
          </p:cNvPr>
          <p:cNvSpPr/>
          <p:nvPr/>
        </p:nvSpPr>
        <p:spPr bwMode="gray">
          <a:xfrm>
            <a:off x="334433" y="1014096"/>
            <a:ext cx="528000" cy="192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44000" tIns="96000" rIns="144000" bIns="9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l">
              <a:lnSpc>
                <a:spcPct val="110000"/>
              </a:lnSpc>
              <a:spcBef>
                <a:spcPts val="800"/>
              </a:spcBef>
            </a:pPr>
            <a:endParaRPr lang="en-US" sz="1867" err="1">
              <a:solidFill>
                <a:schemeClr val="tx1"/>
              </a:solidFill>
            </a:endParaRP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1AC0351D-E5B0-4D8E-9E0B-8CCEC4E62E3B}"/>
              </a:ext>
            </a:extLst>
          </p:cNvPr>
          <p:cNvSpPr>
            <a:spLocks noGrp="1"/>
          </p:cNvSpPr>
          <p:nvPr>
            <p:ph type="body" idx="1"/>
          </p:nvPr>
        </p:nvSpPr>
        <p:spPr bwMode="gray">
          <a:xfrm>
            <a:off x="334432" y="1316566"/>
            <a:ext cx="11520000" cy="508845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pic>
        <p:nvPicPr>
          <p:cNvPr id="11" name="Image 10" descr="Une image contenant texte, Police, Graphique, logo&#10;&#10;Le contenu généré par l’IA peut être incorrect.">
            <a:extLst>
              <a:ext uri="{FF2B5EF4-FFF2-40B4-BE49-F238E27FC236}">
                <a16:creationId xmlns:a16="http://schemas.microsoft.com/office/drawing/2014/main" id="{D5FF9AD1-A0E2-9607-C435-293AD44E7B08}"/>
              </a:ext>
            </a:extLst>
          </p:cNvPr>
          <p:cNvPicPr>
            <a:picLocks noChangeAspect="1"/>
          </p:cNvPicPr>
          <p:nvPr userDrawn="1"/>
        </p:nvPicPr>
        <p:blipFill>
          <a:blip r:embed="rId3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4008" y="362700"/>
            <a:ext cx="1361443" cy="556769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6CD518D1-41F5-2C00-6039-46C33BB90E0A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844350" y="6672580"/>
            <a:ext cx="560387" cy="12192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zh-CN" altLang="en-US" sz="800">
                <a:solidFill>
                  <a:srgbClr val="FF0000">
                    <a:alpha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INTERNAL </a:t>
            </a:r>
          </a:p>
        </p:txBody>
      </p:sp>
    </p:spTree>
    <p:extLst>
      <p:ext uri="{BB962C8B-B14F-4D97-AF65-F5344CB8AC3E}">
        <p14:creationId xmlns:p14="http://schemas.microsoft.com/office/powerpoint/2010/main" val="18739139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65" r:id="rId15"/>
    <p:sldLayoutId id="2147483666" r:id="rId16"/>
    <p:sldLayoutId id="2147483667" r:id="rId17"/>
    <p:sldLayoutId id="2147483668" r:id="rId18"/>
    <p:sldLayoutId id="2147483669" r:id="rId19"/>
    <p:sldLayoutId id="2147483670" r:id="rId20"/>
    <p:sldLayoutId id="2147483671" r:id="rId21"/>
    <p:sldLayoutId id="2147483672" r:id="rId22"/>
    <p:sldLayoutId id="2147483673" r:id="rId23"/>
    <p:sldLayoutId id="2147483674" r:id="rId24"/>
    <p:sldLayoutId id="2147483675" r:id="rId25"/>
    <p:sldLayoutId id="2147483676" r:id="rId26"/>
    <p:sldLayoutId id="2147483677" r:id="rId27"/>
  </p:sldLayoutIdLst>
  <p:txStyles>
    <p:titleStyle>
      <a:lvl1pPr algn="l" defTabSz="914377" rtl="0" eaLnBrk="1" latinLnBrk="0" hangingPunct="1">
        <a:lnSpc>
          <a:spcPct val="90000"/>
        </a:lnSpc>
        <a:spcBef>
          <a:spcPct val="0"/>
        </a:spcBef>
        <a:buNone/>
        <a:defRPr sz="2400" kern="1200" cap="all" baseline="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0" indent="0" algn="l" defTabSz="914377" rtl="0" eaLnBrk="1" latinLnBrk="0" hangingPunct="1">
        <a:lnSpc>
          <a:spcPct val="110000"/>
        </a:lnSpc>
        <a:spcBef>
          <a:spcPts val="800"/>
        </a:spcBef>
        <a:buFontTx/>
        <a:buNone/>
        <a:defRPr sz="1867" kern="1200">
          <a:solidFill>
            <a:schemeClr val="tx1"/>
          </a:solidFill>
          <a:latin typeface="+mn-lt"/>
          <a:ea typeface="+mn-ea"/>
          <a:cs typeface="+mn-cs"/>
        </a:defRPr>
      </a:lvl1pPr>
      <a:lvl2pPr marL="239994" indent="-239994" algn="l" defTabSz="914377" rtl="0" eaLnBrk="1" latinLnBrk="0" hangingPunct="1">
        <a:lnSpc>
          <a:spcPct val="110000"/>
        </a:lnSpc>
        <a:spcBef>
          <a:spcPts val="800"/>
        </a:spcBef>
        <a:buClr>
          <a:schemeClr val="tx2"/>
        </a:buClr>
        <a:buFont typeface="Wingdings" panose="05000000000000000000" pitchFamily="2" charset="2"/>
        <a:buChar char="§"/>
        <a:defRPr sz="1867" kern="1200">
          <a:solidFill>
            <a:schemeClr val="tx1"/>
          </a:solidFill>
          <a:latin typeface="+mn-lt"/>
          <a:ea typeface="+mn-ea"/>
          <a:cs typeface="+mn-cs"/>
        </a:defRPr>
      </a:lvl2pPr>
      <a:lvl3pPr marL="479988" indent="-239994" algn="l" defTabSz="914377" rtl="0" eaLnBrk="1" latinLnBrk="0" hangingPunct="1">
        <a:lnSpc>
          <a:spcPct val="110000"/>
        </a:lnSpc>
        <a:spcBef>
          <a:spcPts val="800"/>
        </a:spcBef>
        <a:buClr>
          <a:schemeClr val="tx2"/>
        </a:buClr>
        <a:buSzPct val="100000"/>
        <a:buFont typeface="Arial" panose="020B0604020202020204" pitchFamily="34" charset="0"/>
        <a:buChar char="−"/>
        <a:defRPr sz="1867" kern="1200">
          <a:solidFill>
            <a:schemeClr val="tx1"/>
          </a:solidFill>
          <a:latin typeface="+mn-lt"/>
          <a:ea typeface="+mn-ea"/>
          <a:cs typeface="+mn-cs"/>
        </a:defRPr>
      </a:lvl3pPr>
      <a:lvl4pPr marL="671983" indent="-191995" algn="l" defTabSz="914377" rtl="0" eaLnBrk="1" latinLnBrk="0" hangingPunct="1">
        <a:lnSpc>
          <a:spcPct val="110000"/>
        </a:lnSpc>
        <a:spcBef>
          <a:spcPts val="533"/>
        </a:spcBef>
        <a:buClr>
          <a:schemeClr val="tx2"/>
        </a:buClr>
        <a:buFont typeface="Arial" panose="020B0604020202020204" pitchFamily="34" charset="0"/>
        <a:buChar char="›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911977" indent="-239994" algn="l" defTabSz="914377" rtl="0" eaLnBrk="1" latinLnBrk="0" hangingPunct="1">
        <a:lnSpc>
          <a:spcPct val="110000"/>
        </a:lnSpc>
        <a:spcBef>
          <a:spcPts val="533"/>
        </a:spcBef>
        <a:buClr>
          <a:schemeClr val="tx2"/>
        </a:buClr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0" algn="l" defTabSz="914377" rtl="0" eaLnBrk="1" latinLnBrk="0" hangingPunct="1">
        <a:defRPr sz="1867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158">
          <p15:clr>
            <a:srgbClr val="F26B43"/>
          </p15:clr>
        </p15:guide>
        <p15:guide id="2" pos="5601">
          <p15:clr>
            <a:srgbClr val="F26B43"/>
          </p15:clr>
        </p15:guide>
        <p15:guide id="3" orient="horz" pos="459">
          <p15:clr>
            <a:srgbClr val="F26B43"/>
          </p15:clr>
        </p15:guide>
        <p15:guide id="5" orient="horz" pos="3027">
          <p15:clr>
            <a:srgbClr val="F26B43"/>
          </p15:clr>
        </p15:guide>
        <p15:guide id="6" orient="horz" pos="62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66928"/>
          </a:xfrm>
          <a:prstGeom prst="rect">
            <a:avLst/>
          </a:prstGeom>
          <a:solidFill>
            <a:srgbClr val="0B2D5B"/>
          </a:solidFill>
          <a:ln w="12700">
            <a:solidFill>
              <a:srgbClr val="0B2D5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502920" y="109728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APS 总体思路：以 UM HUB 流程为主线的计划-执行闭环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02920" y="777240"/>
            <a:ext cx="5669280" cy="347472"/>
          </a:xfrm>
          <a:prstGeom prst="roundRect">
            <a:avLst/>
          </a:prstGeom>
          <a:solidFill>
            <a:srgbClr val="EEF4FF"/>
          </a:solidFill>
          <a:ln w="12700">
            <a:solidFill>
              <a:srgbClr val="A9C2E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Text 3"/>
          <p:cNvSpPr/>
          <p:nvPr/>
        </p:nvSpPr>
        <p:spPr>
          <a:xfrm>
            <a:off x="667512" y="832104"/>
            <a:ext cx="534009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HUB 标准业务流程（主数据与关键事件）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11480" y="1234440"/>
            <a:ext cx="2880360" cy="18608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FEF"/>
            </a:solidFill>
            <a:prstDash val="solid"/>
          </a:ln>
          <a:effectLst>
            <a:outerShdw blurRad="25400" dist="1270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/>
          <p:nvPr/>
        </p:nvSpPr>
        <p:spPr>
          <a:xfrm>
            <a:off x="731520" y="1399032"/>
            <a:ext cx="2240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2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项目启动与管理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31520" y="1764792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22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项目建档/负责人</a:t>
            </a:r>
            <a:endParaRPr lang="en-US" sz="125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22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优先级评分(500–1000)</a:t>
            </a:r>
            <a:endParaRPr lang="en-US" sz="125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22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交付期限 &amp; 订单审核</a:t>
            </a:r>
            <a:endParaRPr lang="en-US" sz="125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22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同意推进 → 进入执行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474719" y="1234440"/>
            <a:ext cx="2880358" cy="18608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FEF"/>
            </a:solidFill>
            <a:prstDash val="solid"/>
          </a:ln>
          <a:effectLst>
            <a:outerShdw blurRad="25400" dist="1270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0" name="Text 8"/>
          <p:cNvSpPr/>
          <p:nvPr/>
        </p:nvSpPr>
        <p:spPr>
          <a:xfrm>
            <a:off x="3703320" y="1399032"/>
            <a:ext cx="2240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2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设计与数据管理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703320" y="1764792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22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设计任务下发</a:t>
            </a:r>
            <a:endParaRPr lang="en-US" sz="125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22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 / 模具设计</a:t>
            </a:r>
            <a:endParaRPr lang="en-US" sz="125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22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EBOM 提交与版本管理</a:t>
            </a:r>
            <a:endParaRPr lang="en-US" sz="125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22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标准件识别 → </a:t>
            </a:r>
            <a:r>
              <a:rPr lang="en-US" sz="1250" dirty="0" err="1">
                <a:solidFill>
                  <a:srgbClr val="22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采购</a:t>
            </a:r>
            <a:endParaRPr lang="en-US" sz="1250" dirty="0">
              <a:solidFill>
                <a:srgbClr val="22324A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411480" y="3639312"/>
            <a:ext cx="2880360" cy="197967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FEF"/>
            </a:solidFill>
            <a:prstDash val="solid"/>
          </a:ln>
          <a:effectLst>
            <a:outerShdw blurRad="25400" dist="1270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/>
          <p:nvPr/>
        </p:nvSpPr>
        <p:spPr>
          <a:xfrm>
            <a:off x="617220" y="3977640"/>
            <a:ext cx="2240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2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工艺与编程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17220" y="4370832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22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工艺路线/工序数据</a:t>
            </a:r>
            <a:endParaRPr lang="en-US" sz="125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22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 编程与导出程序</a:t>
            </a:r>
            <a:endParaRPr lang="en-US" sz="125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22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电极拆分/EDM 程序</a:t>
            </a:r>
            <a:endParaRPr lang="en-US" sz="125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22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加工工时 &amp; 资源需求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3428999" y="3653028"/>
            <a:ext cx="2880358" cy="197967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FEF"/>
            </a:solidFill>
            <a:prstDash val="solid"/>
          </a:ln>
          <a:effectLst>
            <a:outerShdw blurRad="25400" dist="1270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4"/>
          <p:cNvSpPr/>
          <p:nvPr/>
        </p:nvSpPr>
        <p:spPr>
          <a:xfrm>
            <a:off x="3657600" y="3977640"/>
            <a:ext cx="2240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2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生产与车间执行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3657600" y="4370832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22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生产计划/产线</a:t>
            </a:r>
            <a:endParaRPr lang="en-US" sz="125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250" dirty="0" err="1">
                <a:solidFill>
                  <a:srgbClr val="22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刀具与治具资源</a:t>
            </a:r>
            <a:endParaRPr lang="en-US" sz="125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22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AGV 配送与在制追踪</a:t>
            </a:r>
            <a:endParaRPr lang="en-US" sz="125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22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进度反馈 → 交付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446520" y="777240"/>
            <a:ext cx="5239512" cy="347472"/>
          </a:xfrm>
          <a:prstGeom prst="roundRect">
            <a:avLst/>
          </a:prstGeom>
          <a:solidFill>
            <a:srgbClr val="EEF4FF"/>
          </a:solidFill>
          <a:ln w="12700">
            <a:solidFill>
              <a:srgbClr val="A9C2E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Text 17"/>
          <p:cNvSpPr/>
          <p:nvPr/>
        </p:nvSpPr>
        <p:spPr>
          <a:xfrm>
            <a:off x="6611112" y="832104"/>
            <a:ext cx="49103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APS 如何嵌入：把“计划”变成“可执行计划”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446520" y="1234440"/>
            <a:ext cx="5239512" cy="1828800"/>
          </a:xfrm>
          <a:prstGeom prst="roundRect">
            <a:avLst/>
          </a:prstGeom>
          <a:solidFill>
            <a:srgbClr val="F6FAFF"/>
          </a:solidFill>
          <a:ln w="12700">
            <a:solidFill>
              <a:srgbClr val="A9C2E8"/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1" name="Text 19"/>
          <p:cNvSpPr/>
          <p:nvPr/>
        </p:nvSpPr>
        <p:spPr>
          <a:xfrm>
            <a:off x="6675120" y="1389888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2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APS 排程引擎（滚动排程 / 负荷分析 / 决策建议）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693408" y="1755648"/>
            <a:ext cx="475488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22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以交期 &amp; 优先级为约束，自动生成可执行排程</a:t>
            </a:r>
            <a:endParaRPr lang="en-US" sz="125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22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实时汇总机床/</a:t>
            </a:r>
            <a:r>
              <a:rPr lang="en-US" sz="1250" dirty="0" err="1">
                <a:solidFill>
                  <a:srgbClr val="22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班组负荷</a:t>
            </a:r>
            <a:endParaRPr lang="en-US" sz="125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22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投产时间、流转时长推算，形成延期预警</a:t>
            </a:r>
            <a:endParaRPr lang="en-US" sz="125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22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排程结果下发到机台/</a:t>
            </a:r>
            <a:r>
              <a:rPr lang="en-US" sz="1250" dirty="0" err="1">
                <a:solidFill>
                  <a:srgbClr val="22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班组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6446520" y="3246120"/>
            <a:ext cx="2514600" cy="1874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FE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Text 22"/>
          <p:cNvSpPr/>
          <p:nvPr/>
        </p:nvSpPr>
        <p:spPr>
          <a:xfrm>
            <a:off x="6629400" y="3364992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输入（来自 UM HUB）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29400" y="3675888"/>
            <a:ext cx="214884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2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订单/项目：交期、优先级</a:t>
            </a:r>
            <a:endParaRPr lang="en-US" sz="1200" dirty="0"/>
          </a:p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200" dirty="0" err="1">
                <a:solidFill>
                  <a:srgbClr val="22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工艺：路线、工时、工序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9171432" y="3246120"/>
            <a:ext cx="2514600" cy="1874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FE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Text 25"/>
          <p:cNvSpPr/>
          <p:nvPr/>
        </p:nvSpPr>
        <p:spPr>
          <a:xfrm>
            <a:off x="9354312" y="3364992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输出（到生产现场）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9354312" y="3675888"/>
            <a:ext cx="214884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2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机床计划 / 班组任务</a:t>
            </a:r>
            <a:endParaRPr lang="en-US" sz="1200" dirty="0"/>
          </a:p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200" dirty="0" err="1">
                <a:solidFill>
                  <a:srgbClr val="22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异常</a:t>
            </a:r>
            <a:r>
              <a:rPr lang="en-US" sz="1200" dirty="0">
                <a:solidFill>
                  <a:srgbClr val="22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</a:t>
            </a:r>
            <a:r>
              <a:rPr lang="en-US" sz="1200" dirty="0" err="1">
                <a:solidFill>
                  <a:srgbClr val="22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延期预警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446520" y="5257800"/>
            <a:ext cx="5239512" cy="1051560"/>
          </a:xfrm>
          <a:prstGeom prst="roundRect">
            <a:avLst>
              <a:gd name="adj" fmla="val 1691"/>
            </a:avLst>
          </a:prstGeom>
          <a:solidFill>
            <a:srgbClr val="FFF7E6"/>
          </a:solidFill>
          <a:ln w="12700">
            <a:solidFill>
              <a:srgbClr val="F0C36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" name="Text 28"/>
          <p:cNvSpPr/>
          <p:nvPr/>
        </p:nvSpPr>
        <p:spPr>
          <a:xfrm>
            <a:off x="6675120" y="539496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A4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执行反馈 → 滚动重排（闭环）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6675120" y="5687568"/>
            <a:ext cx="4754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A4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机台状态/</a:t>
            </a:r>
            <a:r>
              <a:rPr lang="en-US" sz="1200" dirty="0" err="1">
                <a:solidFill>
                  <a:srgbClr val="6A4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报工、在制追踪等实时数据，驱动</a:t>
            </a:r>
            <a:r>
              <a:rPr lang="en-US" sz="1200" dirty="0">
                <a:solidFill>
                  <a:srgbClr val="6A4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APS 进行“滚动排产”。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7699248" y="3063240"/>
            <a:ext cx="0" cy="182880"/>
          </a:xfrm>
          <a:prstGeom prst="line">
            <a:avLst/>
          </a:prstGeom>
          <a:noFill/>
          <a:ln w="25400">
            <a:solidFill>
              <a:srgbClr val="7A8FB3"/>
            </a:solidFill>
            <a:prstDash val="solid"/>
            <a:headEnd type="triangl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3" name="Shape 31"/>
          <p:cNvSpPr/>
          <p:nvPr/>
        </p:nvSpPr>
        <p:spPr>
          <a:xfrm>
            <a:off x="10424160" y="3063240"/>
            <a:ext cx="0" cy="182880"/>
          </a:xfrm>
          <a:prstGeom prst="line">
            <a:avLst/>
          </a:prstGeom>
          <a:noFill/>
          <a:ln w="25400">
            <a:solidFill>
              <a:srgbClr val="7A8FB3"/>
            </a:solidFill>
            <a:prstDash val="solid"/>
            <a:headEnd type="triangl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4" name="Shape 32"/>
          <p:cNvSpPr/>
          <p:nvPr/>
        </p:nvSpPr>
        <p:spPr>
          <a:xfrm>
            <a:off x="9052560" y="3063240"/>
            <a:ext cx="0" cy="2194560"/>
          </a:xfrm>
          <a:prstGeom prst="line">
            <a:avLst/>
          </a:prstGeom>
          <a:noFill/>
          <a:ln w="25400">
            <a:solidFill>
              <a:srgbClr val="F0C36D"/>
            </a:solidFill>
            <a:prstDash val="solid"/>
            <a:headEnd type="triangle"/>
            <a:tailEnd type="none"/>
          </a:ln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66928"/>
          </a:xfrm>
          <a:prstGeom prst="rect">
            <a:avLst/>
          </a:prstGeom>
          <a:solidFill>
            <a:srgbClr val="0B2D5B"/>
          </a:solidFill>
          <a:ln w="12700">
            <a:solidFill>
              <a:srgbClr val="0B2D5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502920" y="109728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落地抓手：把排程从“计划表”变成“可执行计划”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02920" y="777240"/>
            <a:ext cx="11183112" cy="347472"/>
          </a:xfrm>
          <a:prstGeom prst="roundRect">
            <a:avLst/>
          </a:prstGeom>
          <a:solidFill>
            <a:srgbClr val="EEF4FF"/>
          </a:solidFill>
          <a:ln w="12700">
            <a:solidFill>
              <a:srgbClr val="A9C2E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Text 3"/>
          <p:cNvSpPr/>
          <p:nvPr/>
        </p:nvSpPr>
        <p:spPr>
          <a:xfrm>
            <a:off x="667512" y="832104"/>
            <a:ext cx="108539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四个抓手（计划 × 物料 × 资源 × 执行）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02920" y="1234440"/>
            <a:ext cx="5504688" cy="1874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FEF"/>
            </a:solidFill>
            <a:prstDash val="solid"/>
          </a:ln>
          <a:effectLst>
            <a:outerShdw blurRad="25400" dist="1270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/>
          <p:nvPr/>
        </p:nvSpPr>
        <p:spPr>
          <a:xfrm>
            <a:off x="731520" y="1399032"/>
            <a:ext cx="504748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2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计划：滚动排程 &amp; 交期保障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31520" y="1764792"/>
            <a:ext cx="5047488" cy="12161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22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以项目优先级/交期为目标，生成机床/工序排程</a:t>
            </a:r>
            <a:endParaRPr lang="en-US" sz="125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22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实时汇总设备负荷，识别瓶颈与超期风险</a:t>
            </a:r>
            <a:endParaRPr lang="en-US" sz="125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22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急件插单：允许计划员快速派工并自动重排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181344" y="1234440"/>
            <a:ext cx="5504688" cy="1874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FEF"/>
            </a:solidFill>
            <a:prstDash val="solid"/>
          </a:ln>
          <a:effectLst>
            <a:outerShdw blurRad="25400" dist="1270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0" name="Text 8"/>
          <p:cNvSpPr/>
          <p:nvPr/>
        </p:nvSpPr>
        <p:spPr>
          <a:xfrm>
            <a:off x="6409944" y="1399032"/>
            <a:ext cx="504748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2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物料：EBOM 驱动备料/领料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409944" y="1764792"/>
            <a:ext cx="5047488" cy="12161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22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以 EBOM 为备料源数据，按排程组织备料</a:t>
            </a:r>
            <a:endParaRPr lang="en-US" sz="125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22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按 BOM 领料与状态跟踪，避免漏料/超领</a:t>
            </a:r>
            <a:endParaRPr lang="en-US" sz="125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22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标准件识别 → 采购协同 → 到料保障投产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02920" y="3310128"/>
            <a:ext cx="5504688" cy="1874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FEF"/>
            </a:solidFill>
            <a:prstDash val="solid"/>
          </a:ln>
          <a:effectLst>
            <a:outerShdw blurRad="25400" dist="1270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/>
          <p:nvPr/>
        </p:nvSpPr>
        <p:spPr>
          <a:xfrm>
            <a:off x="731520" y="3474720"/>
            <a:ext cx="504748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2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资源：刀具/治具/外协协同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731520" y="3840480"/>
            <a:ext cx="5047488" cy="12161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22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排程生成刀具需求计划，驱动备刀/配送/回收</a:t>
            </a:r>
            <a:endParaRPr lang="en-US" sz="125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22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治具寿命/校正/精度监控，减少精度异常</a:t>
            </a:r>
            <a:endParaRPr lang="en-US" sz="125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22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负荷过高时给出外协/加班决策建议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181344" y="3310128"/>
            <a:ext cx="5504688" cy="1874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FEF"/>
            </a:solidFill>
            <a:prstDash val="solid"/>
          </a:ln>
          <a:effectLst>
            <a:outerShdw blurRad="25400" dist="1270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4"/>
          <p:cNvSpPr/>
          <p:nvPr/>
        </p:nvSpPr>
        <p:spPr>
          <a:xfrm>
            <a:off x="6409944" y="3474720"/>
            <a:ext cx="504748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2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执行：看板 + 追踪 + 物流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409944" y="3840480"/>
            <a:ext cx="5047488" cy="12161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22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计划执行看板：机台计划、班组任务、异常预警</a:t>
            </a:r>
            <a:endParaRPr lang="en-US" sz="125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22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在制追踪（例如 Tracking Chip/报工）回传进度</a:t>
            </a:r>
            <a:endParaRPr lang="en-US" sz="125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22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AGV 按排程取料配送，实现无人化上料协同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502920" y="5285232"/>
            <a:ext cx="11183112" cy="347472"/>
          </a:xfrm>
          <a:prstGeom prst="roundRect">
            <a:avLst/>
          </a:prstGeom>
          <a:solidFill>
            <a:srgbClr val="EEF4FF"/>
          </a:solidFill>
          <a:ln w="12700">
            <a:solidFill>
              <a:srgbClr val="A9C2E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Text 17"/>
          <p:cNvSpPr/>
          <p:nvPr/>
        </p:nvSpPr>
        <p:spPr>
          <a:xfrm>
            <a:off x="667512" y="5340096"/>
            <a:ext cx="108539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三阶段实施路线（优先做“数据打通 + 可执行计划”）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02920" y="5715000"/>
            <a:ext cx="11183112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FE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Shape 19"/>
          <p:cNvSpPr/>
          <p:nvPr/>
        </p:nvSpPr>
        <p:spPr>
          <a:xfrm>
            <a:off x="685800" y="5824728"/>
            <a:ext cx="164592" cy="164592"/>
          </a:xfrm>
          <a:prstGeom prst="ellipse">
            <a:avLst/>
          </a:prstGeom>
          <a:solidFill>
            <a:srgbClr val="0B2D5B"/>
          </a:solidFill>
          <a:ln w="12700">
            <a:solidFill>
              <a:srgbClr val="0B2D5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Text 20"/>
          <p:cNvSpPr/>
          <p:nvPr/>
        </p:nvSpPr>
        <p:spPr>
          <a:xfrm>
            <a:off x="914400" y="5742432"/>
            <a:ext cx="32705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2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阶段1：主数据与主计划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914400" y="6025896"/>
            <a:ext cx="32705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2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打通 UM HUB（项目/EBOM/工艺/资源）→ 形成可算的工序与工时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3881438" y="5897880"/>
            <a:ext cx="349186" cy="0"/>
          </a:xfrm>
          <a:prstGeom prst="line">
            <a:avLst/>
          </a:prstGeom>
          <a:noFill/>
          <a:ln w="25400">
            <a:solidFill>
              <a:srgbClr val="7A8FB3"/>
            </a:solidFill>
            <a:prstDash val="solid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Shape 23"/>
          <p:cNvSpPr/>
          <p:nvPr/>
        </p:nvSpPr>
        <p:spPr>
          <a:xfrm>
            <a:off x="4230624" y="5824728"/>
            <a:ext cx="164592" cy="164592"/>
          </a:xfrm>
          <a:prstGeom prst="ellipse">
            <a:avLst/>
          </a:prstGeom>
          <a:solidFill>
            <a:srgbClr val="0B2D5B"/>
          </a:solidFill>
          <a:ln w="12700">
            <a:solidFill>
              <a:srgbClr val="0B2D5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Text 24"/>
          <p:cNvSpPr/>
          <p:nvPr/>
        </p:nvSpPr>
        <p:spPr>
          <a:xfrm>
            <a:off x="4459224" y="5742432"/>
            <a:ext cx="32705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2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阶段2：机床排程 + 备料 + 看板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4459224" y="6025896"/>
            <a:ext cx="32705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2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滚动排程下发到机台/班组；BOM 备料/领料；计划执行看板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7729728" y="5897880"/>
            <a:ext cx="201168" cy="0"/>
          </a:xfrm>
          <a:prstGeom prst="line">
            <a:avLst/>
          </a:prstGeom>
          <a:noFill/>
          <a:ln w="25400">
            <a:solidFill>
              <a:srgbClr val="7A8FB3"/>
            </a:solidFill>
            <a:prstDash val="solid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Shape 27"/>
          <p:cNvSpPr/>
          <p:nvPr/>
        </p:nvSpPr>
        <p:spPr>
          <a:xfrm>
            <a:off x="7775448" y="5824728"/>
            <a:ext cx="164592" cy="164592"/>
          </a:xfrm>
          <a:prstGeom prst="ellipse">
            <a:avLst/>
          </a:prstGeom>
          <a:solidFill>
            <a:srgbClr val="0B2D5B"/>
          </a:solidFill>
          <a:ln w="12700">
            <a:solidFill>
              <a:srgbClr val="0B2D5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" name="Text 28"/>
          <p:cNvSpPr/>
          <p:nvPr/>
        </p:nvSpPr>
        <p:spPr>
          <a:xfrm>
            <a:off x="8004048" y="5742432"/>
            <a:ext cx="32705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2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阶段3：资源与物流闭环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8004048" y="6025896"/>
            <a:ext cx="32705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2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刀具/治具/AGV 与排程联动；异常驱动重排；逐步引入AI优化</a:t>
            </a:r>
            <a:endParaRPr lang="en-US" sz="1150" dirty="0"/>
          </a:p>
        </p:txBody>
      </p:sp>
      <p:sp>
        <p:nvSpPr>
          <p:cNvPr id="33" name="Shape 22">
            <a:extLst>
              <a:ext uri="{FF2B5EF4-FFF2-40B4-BE49-F238E27FC236}">
                <a16:creationId xmlns:a16="http://schemas.microsoft.com/office/drawing/2014/main" id="{9A5FD04D-2F83-0474-80CB-307FA2EE7FC5}"/>
              </a:ext>
            </a:extLst>
          </p:cNvPr>
          <p:cNvSpPr/>
          <p:nvPr/>
        </p:nvSpPr>
        <p:spPr>
          <a:xfrm>
            <a:off x="7385051" y="5897880"/>
            <a:ext cx="390398" cy="0"/>
          </a:xfrm>
          <a:prstGeom prst="line">
            <a:avLst/>
          </a:prstGeom>
          <a:noFill/>
          <a:ln w="25400">
            <a:solidFill>
              <a:srgbClr val="7A8FB3"/>
            </a:solidFill>
            <a:prstDash val="solid"/>
            <a:tailEnd type="triangle"/>
          </a:ln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>
            <a:extLst>
              <a:ext uri="{FF2B5EF4-FFF2-40B4-BE49-F238E27FC236}">
                <a16:creationId xmlns:a16="http://schemas.microsoft.com/office/drawing/2014/main" id="{45405D3F-F59D-DB44-14E4-D9642ACC9368}"/>
              </a:ext>
            </a:extLst>
          </p:cNvPr>
          <p:cNvGrpSpPr/>
          <p:nvPr/>
        </p:nvGrpSpPr>
        <p:grpSpPr>
          <a:xfrm>
            <a:off x="218124" y="1228488"/>
            <a:ext cx="10934981" cy="5318251"/>
            <a:chOff x="-25296" y="1130300"/>
            <a:chExt cx="11544196" cy="4881617"/>
          </a:xfrm>
        </p:grpSpPr>
        <p:cxnSp>
          <p:nvCxnSpPr>
            <p:cNvPr id="4" name="íŝľïḋè">
              <a:extLst>
                <a:ext uri="{FF2B5EF4-FFF2-40B4-BE49-F238E27FC236}">
                  <a16:creationId xmlns:a16="http://schemas.microsoft.com/office/drawing/2014/main" id="{4A1AEB87-1299-993B-AE66-D9FAE620E950}"/>
                </a:ext>
              </a:extLst>
            </p:cNvPr>
            <p:cNvCxnSpPr>
              <a:cxnSpLocks/>
            </p:cNvCxnSpPr>
            <p:nvPr/>
          </p:nvCxnSpPr>
          <p:spPr>
            <a:xfrm>
              <a:off x="-25296" y="3908243"/>
              <a:ext cx="10818449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" name="íSḻíḍé">
              <a:extLst>
                <a:ext uri="{FF2B5EF4-FFF2-40B4-BE49-F238E27FC236}">
                  <a16:creationId xmlns:a16="http://schemas.microsoft.com/office/drawing/2014/main" id="{89D8FD2D-9B04-19BC-FA1A-13498847F38B}"/>
                </a:ext>
              </a:extLst>
            </p:cNvPr>
            <p:cNvCxnSpPr>
              <a:cxnSpLocks/>
              <a:stCxn id="27" idx="2"/>
            </p:cNvCxnSpPr>
            <p:nvPr/>
          </p:nvCxnSpPr>
          <p:spPr>
            <a:xfrm>
              <a:off x="3365064" y="3164057"/>
              <a:ext cx="0" cy="746478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ís1ide">
              <a:extLst>
                <a:ext uri="{FF2B5EF4-FFF2-40B4-BE49-F238E27FC236}">
                  <a16:creationId xmlns:a16="http://schemas.microsoft.com/office/drawing/2014/main" id="{2A63C530-9C29-3A8D-5A22-DC45D964404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235257" y="3920798"/>
              <a:ext cx="0" cy="626534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îsliḋe">
              <a:extLst>
                <a:ext uri="{FF2B5EF4-FFF2-40B4-BE49-F238E27FC236}">
                  <a16:creationId xmlns:a16="http://schemas.microsoft.com/office/drawing/2014/main" id="{C364FC26-614D-215B-E9AC-8AEF78CBFB81}"/>
                </a:ext>
              </a:extLst>
            </p:cNvPr>
            <p:cNvCxnSpPr>
              <a:cxnSpLocks/>
              <a:stCxn id="21" idx="2"/>
            </p:cNvCxnSpPr>
            <p:nvPr/>
          </p:nvCxnSpPr>
          <p:spPr>
            <a:xfrm>
              <a:off x="7100061" y="3164057"/>
              <a:ext cx="0" cy="746479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ïṣľïḑê">
              <a:extLst>
                <a:ext uri="{FF2B5EF4-FFF2-40B4-BE49-F238E27FC236}">
                  <a16:creationId xmlns:a16="http://schemas.microsoft.com/office/drawing/2014/main" id="{2094CCB2-46EF-F1AB-A14D-9F4687F14BC6}"/>
                </a:ext>
              </a:extLst>
            </p:cNvPr>
            <p:cNvCxnSpPr>
              <a:cxnSpLocks/>
              <a:stCxn id="18" idx="0"/>
            </p:cNvCxnSpPr>
            <p:nvPr/>
          </p:nvCxnSpPr>
          <p:spPr>
            <a:xfrm flipV="1">
              <a:off x="8975642" y="3920798"/>
              <a:ext cx="0" cy="626534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ïšḷíďe">
              <a:extLst>
                <a:ext uri="{FF2B5EF4-FFF2-40B4-BE49-F238E27FC236}">
                  <a16:creationId xmlns:a16="http://schemas.microsoft.com/office/drawing/2014/main" id="{EA4C2FD4-288B-04C2-A824-5928038BE8DB}"/>
                </a:ext>
              </a:extLst>
            </p:cNvPr>
            <p:cNvSpPr/>
            <p:nvPr/>
          </p:nvSpPr>
          <p:spPr>
            <a:xfrm>
              <a:off x="10235261" y="3180418"/>
              <a:ext cx="1062968" cy="1474150"/>
            </a:xfrm>
            <a:custGeom>
              <a:avLst/>
              <a:gdLst>
                <a:gd name="connsiteX0" fmla="*/ 881911 w 1764030"/>
                <a:gd name="connsiteY0" fmla="*/ 2446069 h 2446400"/>
                <a:gd name="connsiteX1" fmla="*/ 729034 w 1764030"/>
                <a:gd name="connsiteY1" fmla="*/ 1446610 h 2446400"/>
                <a:gd name="connsiteX2" fmla="*/ -104 w 1764030"/>
                <a:gd name="connsiteY2" fmla="*/ 1222868 h 2446400"/>
                <a:gd name="connsiteX3" fmla="*/ 729034 w 1764030"/>
                <a:gd name="connsiteY3" fmla="*/ 999126 h 2446400"/>
                <a:gd name="connsiteX4" fmla="*/ 881911 w 1764030"/>
                <a:gd name="connsiteY4" fmla="*/ -332 h 2446400"/>
                <a:gd name="connsiteX5" fmla="*/ 1034787 w 1764030"/>
                <a:gd name="connsiteY5" fmla="*/ 999126 h 2446400"/>
                <a:gd name="connsiteX6" fmla="*/ 1763926 w 1764030"/>
                <a:gd name="connsiteY6" fmla="*/ 1222868 h 2446400"/>
                <a:gd name="connsiteX7" fmla="*/ 1034787 w 1764030"/>
                <a:gd name="connsiteY7" fmla="*/ 1446610 h 2446400"/>
                <a:gd name="connsiteX8" fmla="*/ 881911 w 1764030"/>
                <a:gd name="connsiteY8" fmla="*/ 2446069 h 2446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764030" h="2446400">
                  <a:moveTo>
                    <a:pt x="881911" y="2446069"/>
                  </a:moveTo>
                  <a:cubicBezTo>
                    <a:pt x="866099" y="1910954"/>
                    <a:pt x="843811" y="1611870"/>
                    <a:pt x="729034" y="1446610"/>
                  </a:cubicBezTo>
                  <a:cubicBezTo>
                    <a:pt x="610639" y="1275160"/>
                    <a:pt x="393564" y="1245919"/>
                    <a:pt x="-104" y="1222868"/>
                  </a:cubicBezTo>
                  <a:cubicBezTo>
                    <a:pt x="393564" y="1199818"/>
                    <a:pt x="610639" y="1170195"/>
                    <a:pt x="729034" y="999126"/>
                  </a:cubicBezTo>
                  <a:cubicBezTo>
                    <a:pt x="843334" y="833867"/>
                    <a:pt x="866099" y="534782"/>
                    <a:pt x="881911" y="-332"/>
                  </a:cubicBezTo>
                  <a:cubicBezTo>
                    <a:pt x="897722" y="534782"/>
                    <a:pt x="920011" y="833867"/>
                    <a:pt x="1034787" y="999126"/>
                  </a:cubicBezTo>
                  <a:cubicBezTo>
                    <a:pt x="1153183" y="1170576"/>
                    <a:pt x="1370257" y="1199818"/>
                    <a:pt x="1763926" y="1222868"/>
                  </a:cubicBezTo>
                  <a:cubicBezTo>
                    <a:pt x="1370257" y="1245919"/>
                    <a:pt x="1153183" y="1275542"/>
                    <a:pt x="1034787" y="1446610"/>
                  </a:cubicBezTo>
                  <a:cubicBezTo>
                    <a:pt x="920011" y="1611870"/>
                    <a:pt x="897722" y="1910954"/>
                    <a:pt x="881911" y="2446069"/>
                  </a:cubicBezTo>
                  <a:close/>
                </a:path>
              </a:pathLst>
            </a:custGeom>
            <a:solidFill>
              <a:schemeClr val="accent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914377">
                <a:lnSpc>
                  <a:spcPct val="110000"/>
                </a:lnSpc>
                <a:spcBef>
                  <a:spcPts val="800"/>
                </a:spcBef>
              </a:pPr>
              <a:endParaRPr lang="zh-CN" altLang="en-US" sz="1867">
                <a:solidFill>
                  <a:srgbClr val="060606"/>
                </a:solidFill>
                <a:latin typeface="Arial Narrow"/>
              </a:endParaRPr>
            </a:p>
          </p:txBody>
        </p:sp>
        <p:sp>
          <p:nvSpPr>
            <p:cNvPr id="10" name="íslîdê">
              <a:extLst>
                <a:ext uri="{FF2B5EF4-FFF2-40B4-BE49-F238E27FC236}">
                  <a16:creationId xmlns:a16="http://schemas.microsoft.com/office/drawing/2014/main" id="{1244AD58-16BF-EE13-0A33-7C3825A3EEFE}"/>
                </a:ext>
              </a:extLst>
            </p:cNvPr>
            <p:cNvSpPr/>
            <p:nvPr/>
          </p:nvSpPr>
          <p:spPr>
            <a:xfrm>
              <a:off x="10184064" y="3075843"/>
              <a:ext cx="1165361" cy="1683300"/>
            </a:xfrm>
            <a:custGeom>
              <a:avLst/>
              <a:gdLst>
                <a:gd name="connsiteX0" fmla="*/ 966874 w 1933955"/>
                <a:gd name="connsiteY0" fmla="*/ 319517 h 2793492"/>
                <a:gd name="connsiteX1" fmla="*/ 1115845 w 1933955"/>
                <a:gd name="connsiteY1" fmla="*/ 1175339 h 2793492"/>
                <a:gd name="connsiteX2" fmla="*/ 1771926 w 1933955"/>
                <a:gd name="connsiteY2" fmla="*/ 1396414 h 2793492"/>
                <a:gd name="connsiteX3" fmla="*/ 1115845 w 1933955"/>
                <a:gd name="connsiteY3" fmla="*/ 1617489 h 2793492"/>
                <a:gd name="connsiteX4" fmla="*/ 966874 w 1933955"/>
                <a:gd name="connsiteY4" fmla="*/ 2473310 h 2793492"/>
                <a:gd name="connsiteX5" fmla="*/ 817903 w 1933955"/>
                <a:gd name="connsiteY5" fmla="*/ 1617489 h 2793492"/>
                <a:gd name="connsiteX6" fmla="*/ 161821 w 1933955"/>
                <a:gd name="connsiteY6" fmla="*/ 1396414 h 2793492"/>
                <a:gd name="connsiteX7" fmla="*/ 817903 w 1933955"/>
                <a:gd name="connsiteY7" fmla="*/ 1175339 h 2793492"/>
                <a:gd name="connsiteX8" fmla="*/ 966874 w 1933955"/>
                <a:gd name="connsiteY8" fmla="*/ 319517 h 2793492"/>
                <a:gd name="connsiteX9" fmla="*/ 966874 w 1933955"/>
                <a:gd name="connsiteY9" fmla="*/ -332 h 2793492"/>
                <a:gd name="connsiteX10" fmla="*/ -104 w 1933955"/>
                <a:gd name="connsiteY10" fmla="*/ 1396414 h 2793492"/>
                <a:gd name="connsiteX11" fmla="*/ 966874 w 1933955"/>
                <a:gd name="connsiteY11" fmla="*/ 2793160 h 2793492"/>
                <a:gd name="connsiteX12" fmla="*/ 1933851 w 1933955"/>
                <a:gd name="connsiteY12" fmla="*/ 1396414 h 2793492"/>
                <a:gd name="connsiteX13" fmla="*/ 966874 w 1933955"/>
                <a:gd name="connsiteY13" fmla="*/ -332 h 27934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933955" h="2793492">
                  <a:moveTo>
                    <a:pt x="966874" y="319517"/>
                  </a:moveTo>
                  <a:cubicBezTo>
                    <a:pt x="983066" y="765097"/>
                    <a:pt x="1011641" y="1024843"/>
                    <a:pt x="1115845" y="1175339"/>
                  </a:cubicBezTo>
                  <a:cubicBezTo>
                    <a:pt x="1227478" y="1336597"/>
                    <a:pt x="1424836" y="1373459"/>
                    <a:pt x="1771926" y="1396414"/>
                  </a:cubicBezTo>
                  <a:cubicBezTo>
                    <a:pt x="1424836" y="1419369"/>
                    <a:pt x="1227478" y="1456231"/>
                    <a:pt x="1115845" y="1617489"/>
                  </a:cubicBezTo>
                  <a:cubicBezTo>
                    <a:pt x="1011641" y="1767889"/>
                    <a:pt x="983066" y="2027731"/>
                    <a:pt x="966874" y="2473310"/>
                  </a:cubicBezTo>
                  <a:cubicBezTo>
                    <a:pt x="950681" y="2027731"/>
                    <a:pt x="922106" y="1768460"/>
                    <a:pt x="817903" y="1617489"/>
                  </a:cubicBezTo>
                  <a:cubicBezTo>
                    <a:pt x="706270" y="1456231"/>
                    <a:pt x="508911" y="1419369"/>
                    <a:pt x="161821" y="1396414"/>
                  </a:cubicBezTo>
                  <a:cubicBezTo>
                    <a:pt x="508911" y="1373459"/>
                    <a:pt x="706270" y="1336597"/>
                    <a:pt x="817903" y="1175339"/>
                  </a:cubicBezTo>
                  <a:cubicBezTo>
                    <a:pt x="922106" y="1024939"/>
                    <a:pt x="950681" y="765097"/>
                    <a:pt x="966874" y="319517"/>
                  </a:cubicBezTo>
                  <a:moveTo>
                    <a:pt x="966874" y="-332"/>
                  </a:moveTo>
                  <a:cubicBezTo>
                    <a:pt x="932774" y="1307260"/>
                    <a:pt x="905152" y="1347169"/>
                    <a:pt x="-104" y="1396414"/>
                  </a:cubicBezTo>
                  <a:cubicBezTo>
                    <a:pt x="904770" y="1445658"/>
                    <a:pt x="932774" y="1485568"/>
                    <a:pt x="966874" y="2793160"/>
                  </a:cubicBezTo>
                  <a:cubicBezTo>
                    <a:pt x="1000973" y="1485568"/>
                    <a:pt x="1028595" y="1445658"/>
                    <a:pt x="1933851" y="1396414"/>
                  </a:cubicBezTo>
                  <a:cubicBezTo>
                    <a:pt x="1028977" y="1347169"/>
                    <a:pt x="1000973" y="1307260"/>
                    <a:pt x="966874" y="-332"/>
                  </a:cubicBezTo>
                  <a:close/>
                </a:path>
              </a:pathLst>
            </a:custGeom>
            <a:solidFill>
              <a:srgbClr val="231815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914377">
                <a:lnSpc>
                  <a:spcPct val="110000"/>
                </a:lnSpc>
                <a:spcBef>
                  <a:spcPts val="800"/>
                </a:spcBef>
              </a:pPr>
              <a:endParaRPr lang="zh-CN" altLang="en-US" sz="1867">
                <a:solidFill>
                  <a:srgbClr val="060606"/>
                </a:solidFill>
                <a:latin typeface="Arial Narrow"/>
              </a:endParaRPr>
            </a:p>
          </p:txBody>
        </p:sp>
        <p:cxnSp>
          <p:nvCxnSpPr>
            <p:cNvPr id="11" name="ïşľíḍè">
              <a:extLst>
                <a:ext uri="{FF2B5EF4-FFF2-40B4-BE49-F238E27FC236}">
                  <a16:creationId xmlns:a16="http://schemas.microsoft.com/office/drawing/2014/main" id="{48CDB012-2E17-D43B-6B4B-BAB198CE361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494871" y="3920798"/>
              <a:ext cx="0" cy="626534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Title">
              <a:extLst>
                <a:ext uri="{FF2B5EF4-FFF2-40B4-BE49-F238E27FC236}">
                  <a16:creationId xmlns:a16="http://schemas.microsoft.com/office/drawing/2014/main" id="{789784E9-5351-14A6-5300-115B8463B268}"/>
                </a:ext>
              </a:extLst>
            </p:cNvPr>
            <p:cNvSpPr txBox="1"/>
            <p:nvPr/>
          </p:nvSpPr>
          <p:spPr>
            <a:xfrm>
              <a:off x="660400" y="1130300"/>
              <a:ext cx="10858500" cy="461665"/>
            </a:xfrm>
            <a:prstGeom prst="rect">
              <a:avLst/>
            </a:prstGeom>
            <a:noFill/>
          </p:spPr>
          <p:txBody>
            <a:bodyPr vert="horz" wrap="square" rtlCol="0" anchor="t" anchorCtr="1">
              <a:normAutofit fontScale="92500" lnSpcReduction="20000"/>
            </a:bodyPr>
            <a:lstStyle/>
            <a:p>
              <a:pPr algn="ctr" defTabSz="914377">
                <a:lnSpc>
                  <a:spcPct val="110000"/>
                </a:lnSpc>
                <a:spcBef>
                  <a:spcPts val="800"/>
                </a:spcBef>
              </a:pPr>
              <a:r>
                <a:rPr lang="zh-CN" altLang="en-US" sz="3200" b="1">
                  <a:solidFill>
                    <a:srgbClr val="060606"/>
                  </a:solidFill>
                  <a:latin typeface="Arial Narrow"/>
                </a:rPr>
                <a:t>实现从单元管理到车间管理的升级，科学排产与全流程追溯</a:t>
              </a:r>
            </a:p>
          </p:txBody>
        </p:sp>
        <p:grpSp>
          <p:nvGrpSpPr>
            <p:cNvPr id="13" name="组合 51">
              <a:extLst>
                <a:ext uri="{FF2B5EF4-FFF2-40B4-BE49-F238E27FC236}">
                  <a16:creationId xmlns:a16="http://schemas.microsoft.com/office/drawing/2014/main" id="{5025F8B1-DA6C-E810-BBBB-FEC3CEA5C610}"/>
                </a:ext>
              </a:extLst>
            </p:cNvPr>
            <p:cNvGrpSpPr/>
            <p:nvPr/>
          </p:nvGrpSpPr>
          <p:grpSpPr>
            <a:xfrm>
              <a:off x="660400" y="1764175"/>
              <a:ext cx="2029872" cy="4002357"/>
              <a:chOff x="660400" y="1764175"/>
              <a:chExt cx="2029872" cy="4002357"/>
            </a:xfrm>
          </p:grpSpPr>
          <p:sp>
            <p:nvSpPr>
              <p:cNvPr id="30" name="Number1">
                <a:extLst>
                  <a:ext uri="{FF2B5EF4-FFF2-40B4-BE49-F238E27FC236}">
                    <a16:creationId xmlns:a16="http://schemas.microsoft.com/office/drawing/2014/main" id="{4CD3B894-7740-33F0-2321-F1EFB69C6B8E}"/>
                  </a:ext>
                </a:extLst>
              </p:cNvPr>
              <p:cNvSpPr/>
              <p:nvPr/>
            </p:nvSpPr>
            <p:spPr>
              <a:xfrm>
                <a:off x="885271" y="4547332"/>
                <a:ext cx="1219200" cy="1219200"/>
              </a:xfrm>
              <a:prstGeom prst="rect">
                <a:avLst/>
              </a:prstGeom>
              <a:solidFill>
                <a:schemeClr val="accent1">
                  <a:alpha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914377">
                  <a:lnSpc>
                    <a:spcPct val="110000"/>
                  </a:lnSpc>
                  <a:spcBef>
                    <a:spcPts val="800"/>
                  </a:spcBef>
                </a:pPr>
                <a:r>
                  <a:rPr lang="en-US" altLang="zh-CN" sz="3733">
                    <a:solidFill>
                      <a:srgbClr val="FFFFFF"/>
                    </a:solidFill>
                    <a:latin typeface="Roboto Black" panose="02000000000000000000" pitchFamily="2" charset="0"/>
                    <a:ea typeface="Roboto Black" panose="02000000000000000000" pitchFamily="2" charset="0"/>
                  </a:rPr>
                  <a:t>1</a:t>
                </a:r>
                <a:endParaRPr lang="zh-CN" altLang="en-US" sz="3733">
                  <a:solidFill>
                    <a:srgbClr val="FFFFFF"/>
                  </a:solidFill>
                  <a:latin typeface="Roboto Black" panose="02000000000000000000" pitchFamily="2" charset="0"/>
                </a:endParaRPr>
              </a:p>
            </p:txBody>
          </p:sp>
          <p:sp>
            <p:nvSpPr>
              <p:cNvPr id="31" name="Bullet1">
                <a:extLst>
                  <a:ext uri="{FF2B5EF4-FFF2-40B4-BE49-F238E27FC236}">
                    <a16:creationId xmlns:a16="http://schemas.microsoft.com/office/drawing/2014/main" id="{968F3DC6-F118-8784-D2ED-280B42CEBBB7}"/>
                  </a:ext>
                </a:extLst>
              </p:cNvPr>
              <p:cNvSpPr/>
              <p:nvPr/>
            </p:nvSpPr>
            <p:spPr>
              <a:xfrm>
                <a:off x="660400" y="1764175"/>
                <a:ext cx="2029872" cy="626534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121920" tIns="60960" rIns="121920" bIns="60960" rtlCol="0" anchor="b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ctr" defTabSz="1219170">
                  <a:lnSpc>
                    <a:spcPct val="110000"/>
                  </a:lnSpc>
                  <a:spcBef>
                    <a:spcPts val="800"/>
                  </a:spcBef>
                </a:pPr>
                <a:r>
                  <a:rPr kumimoji="1" lang="zh-CN" altLang="en-US" sz="1730" b="1" dirty="0">
                    <a:solidFill>
                      <a:srgbClr val="060606"/>
                    </a:solidFill>
                    <a:latin typeface="Arial Narrow"/>
                  </a:rPr>
                  <a:t>项目信息数据对接</a:t>
                </a:r>
                <a:endParaRPr kumimoji="1" lang="en-US" altLang="zh-CN" sz="1730" b="1" dirty="0">
                  <a:solidFill>
                    <a:srgbClr val="060606"/>
                  </a:solidFill>
                  <a:latin typeface="Arial Narrow"/>
                </a:endParaRPr>
              </a:p>
            </p:txBody>
          </p:sp>
          <p:sp>
            <p:nvSpPr>
              <p:cNvPr id="32" name="Text1">
                <a:extLst>
                  <a:ext uri="{FF2B5EF4-FFF2-40B4-BE49-F238E27FC236}">
                    <a16:creationId xmlns:a16="http://schemas.microsoft.com/office/drawing/2014/main" id="{A05A8FBC-7DCC-4082-B396-612AD3B1D2FF}"/>
                  </a:ext>
                </a:extLst>
              </p:cNvPr>
              <p:cNvSpPr/>
              <p:nvPr/>
            </p:nvSpPr>
            <p:spPr>
              <a:xfrm>
                <a:off x="660400" y="2390709"/>
                <a:ext cx="2029872" cy="1016634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121920" tIns="60960" rIns="121920" bIns="60960" rtlCol="0" anchor="t" anchorCtr="0">
                <a:normAutofit fontScale="92500" lnSpcReduction="10000"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ctr" defTabSz="1219170">
                  <a:lnSpc>
                    <a:spcPct val="140000"/>
                  </a:lnSpc>
                  <a:spcBef>
                    <a:spcPts val="800"/>
                  </a:spcBef>
                </a:pPr>
                <a:r>
                  <a:rPr kumimoji="1" lang="zh-CN" altLang="en-US" sz="1067" dirty="0">
                    <a:solidFill>
                      <a:srgbClr val="060606"/>
                    </a:solidFill>
                    <a:latin typeface="Arial Narrow"/>
                  </a:rPr>
                  <a:t>有效接收</a:t>
                </a:r>
                <a:r>
                  <a:rPr kumimoji="1" lang="en-US" altLang="zh-CN" sz="1067" dirty="0">
                    <a:solidFill>
                      <a:srgbClr val="060606"/>
                    </a:solidFill>
                    <a:latin typeface="Arial Narrow"/>
                  </a:rPr>
                  <a:t>ERP</a:t>
                </a:r>
                <a:r>
                  <a:rPr kumimoji="1" lang="zh-CN" altLang="en-US" sz="1067" dirty="0">
                    <a:solidFill>
                      <a:srgbClr val="060606"/>
                    </a:solidFill>
                    <a:latin typeface="Arial Narrow"/>
                  </a:rPr>
                  <a:t>下发的生产工单与</a:t>
                </a:r>
                <a:r>
                  <a:rPr kumimoji="1" lang="en-US" altLang="zh-CN" sz="1067" dirty="0">
                    <a:solidFill>
                      <a:srgbClr val="060606"/>
                    </a:solidFill>
                    <a:latin typeface="Arial Narrow"/>
                  </a:rPr>
                  <a:t>BOM</a:t>
                </a:r>
                <a:r>
                  <a:rPr kumimoji="1" lang="zh-CN" altLang="en-US" sz="1067" dirty="0">
                    <a:solidFill>
                      <a:srgbClr val="060606"/>
                    </a:solidFill>
                    <a:latin typeface="Arial Narrow"/>
                  </a:rPr>
                  <a:t>信息，读取并转化成实现数据无缝对接，确保制造指令准确传递，减少人工转录错误，提升执行效率</a:t>
                </a:r>
                <a:endParaRPr kumimoji="1" lang="en-US" altLang="zh-CN" sz="1067" dirty="0">
                  <a:solidFill>
                    <a:srgbClr val="060606"/>
                  </a:solidFill>
                  <a:latin typeface="Arial Narrow"/>
                </a:endParaRPr>
              </a:p>
            </p:txBody>
          </p:sp>
        </p:grpSp>
        <p:grpSp>
          <p:nvGrpSpPr>
            <p:cNvPr id="14" name="组合 22">
              <a:extLst>
                <a:ext uri="{FF2B5EF4-FFF2-40B4-BE49-F238E27FC236}">
                  <a16:creationId xmlns:a16="http://schemas.microsoft.com/office/drawing/2014/main" id="{9FE0FC04-123A-2756-024D-8F65C4F84E90}"/>
                </a:ext>
              </a:extLst>
            </p:cNvPr>
            <p:cNvGrpSpPr/>
            <p:nvPr/>
          </p:nvGrpSpPr>
          <p:grpSpPr>
            <a:xfrm>
              <a:off x="2350128" y="1944857"/>
              <a:ext cx="2029872" cy="4067060"/>
              <a:chOff x="2350128" y="1944857"/>
              <a:chExt cx="2029872" cy="4067060"/>
            </a:xfrm>
          </p:grpSpPr>
          <p:sp>
            <p:nvSpPr>
              <p:cNvPr id="27" name="Number2">
                <a:extLst>
                  <a:ext uri="{FF2B5EF4-FFF2-40B4-BE49-F238E27FC236}">
                    <a16:creationId xmlns:a16="http://schemas.microsoft.com/office/drawing/2014/main" id="{EFD04073-43B7-B2AB-A1AF-E18913DC4248}"/>
                  </a:ext>
                </a:extLst>
              </p:cNvPr>
              <p:cNvSpPr/>
              <p:nvPr/>
            </p:nvSpPr>
            <p:spPr>
              <a:xfrm>
                <a:off x="2755464" y="1944857"/>
                <a:ext cx="1219200" cy="12192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914377">
                  <a:lnSpc>
                    <a:spcPct val="110000"/>
                  </a:lnSpc>
                  <a:spcBef>
                    <a:spcPts val="800"/>
                  </a:spcBef>
                </a:pPr>
                <a:r>
                  <a:rPr lang="en-US" altLang="zh-CN" sz="3733">
                    <a:solidFill>
                      <a:srgbClr val="FFFFFF"/>
                    </a:solidFill>
                    <a:latin typeface="Roboto Black" panose="02000000000000000000" pitchFamily="2" charset="0"/>
                    <a:ea typeface="Roboto Black" panose="02000000000000000000" pitchFamily="2" charset="0"/>
                  </a:rPr>
                  <a:t>2</a:t>
                </a:r>
                <a:endParaRPr lang="zh-CN" altLang="en-US" sz="3733">
                  <a:solidFill>
                    <a:srgbClr val="FFFFFF"/>
                  </a:solidFill>
                  <a:latin typeface="Roboto Black" panose="02000000000000000000" pitchFamily="2" charset="0"/>
                </a:endParaRPr>
              </a:p>
            </p:txBody>
          </p:sp>
          <p:sp>
            <p:nvSpPr>
              <p:cNvPr id="28" name="Bullet2">
                <a:extLst>
                  <a:ext uri="{FF2B5EF4-FFF2-40B4-BE49-F238E27FC236}">
                    <a16:creationId xmlns:a16="http://schemas.microsoft.com/office/drawing/2014/main" id="{4DFFD921-6F59-825B-8B70-376F9E780DD2}"/>
                  </a:ext>
                </a:extLst>
              </p:cNvPr>
              <p:cNvSpPr/>
              <p:nvPr/>
            </p:nvSpPr>
            <p:spPr>
              <a:xfrm>
                <a:off x="2350128" y="4370268"/>
                <a:ext cx="2029872" cy="626533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121920" tIns="60960" rIns="121920" bIns="60960" rtlCol="0" anchor="b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ctr" defTabSz="1219170">
                  <a:spcBef>
                    <a:spcPts val="800"/>
                  </a:spcBef>
                </a:pPr>
                <a:r>
                  <a:rPr kumimoji="1" lang="zh-CN" altLang="en-US" sz="1733" b="1" dirty="0">
                    <a:solidFill>
                      <a:srgbClr val="060606"/>
                    </a:solidFill>
                    <a:latin typeface="Arial Narrow"/>
                  </a:rPr>
                  <a:t>数字化工艺流程</a:t>
                </a:r>
                <a:endParaRPr kumimoji="1" lang="en-US" altLang="zh-CN" sz="1733" b="1" dirty="0">
                  <a:solidFill>
                    <a:srgbClr val="060606"/>
                  </a:solidFill>
                  <a:latin typeface="Arial Narrow"/>
                </a:endParaRPr>
              </a:p>
            </p:txBody>
          </p:sp>
          <p:sp>
            <p:nvSpPr>
              <p:cNvPr id="29" name="Text2">
                <a:extLst>
                  <a:ext uri="{FF2B5EF4-FFF2-40B4-BE49-F238E27FC236}">
                    <a16:creationId xmlns:a16="http://schemas.microsoft.com/office/drawing/2014/main" id="{B1D61306-9FDE-9756-D9C9-6C2B6E5A5089}"/>
                  </a:ext>
                </a:extLst>
              </p:cNvPr>
              <p:cNvSpPr/>
              <p:nvPr/>
            </p:nvSpPr>
            <p:spPr>
              <a:xfrm>
                <a:off x="2350128" y="4995283"/>
                <a:ext cx="2029872" cy="1016634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121920" tIns="60960" rIns="121920" bIns="60960" rtlCol="0" anchor="t" anchorCtr="0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ctr" defTabSz="1219170">
                  <a:lnSpc>
                    <a:spcPct val="120000"/>
                  </a:lnSpc>
                  <a:spcBef>
                    <a:spcPts val="800"/>
                  </a:spcBef>
                </a:pPr>
                <a:r>
                  <a:rPr kumimoji="1" lang="zh-CN" altLang="en-US" sz="1067">
                    <a:solidFill>
                      <a:srgbClr val="060606"/>
                    </a:solidFill>
                    <a:latin typeface="Arial Narrow"/>
                  </a:rPr>
                  <a:t>由导入</a:t>
                </a:r>
                <a:r>
                  <a:rPr kumimoji="1" lang="en-US" altLang="zh-CN" sz="1067">
                    <a:solidFill>
                      <a:srgbClr val="060606"/>
                    </a:solidFill>
                    <a:latin typeface="Arial Narrow"/>
                  </a:rPr>
                  <a:t>BOM</a:t>
                </a:r>
                <a:r>
                  <a:rPr kumimoji="1" lang="zh-CN" altLang="en-US" sz="1067">
                    <a:solidFill>
                      <a:srgbClr val="060606"/>
                    </a:solidFill>
                    <a:latin typeface="Arial Narrow"/>
                  </a:rPr>
                  <a:t>信息制定工艺，待编程完成后结束，提取由软件预估的时间后完成工艺制定。全程数字化，缩短工艺制定流程，可根据更准确的预估时间排产。</a:t>
                </a:r>
                <a:endParaRPr kumimoji="1" lang="en-US" altLang="zh-CN" sz="1067">
                  <a:solidFill>
                    <a:srgbClr val="060606"/>
                  </a:solidFill>
                  <a:latin typeface="Arial Narrow"/>
                </a:endParaRPr>
              </a:p>
            </p:txBody>
          </p:sp>
        </p:grpSp>
        <p:grpSp>
          <p:nvGrpSpPr>
            <p:cNvPr id="15" name="组合 24">
              <a:extLst>
                <a:ext uri="{FF2B5EF4-FFF2-40B4-BE49-F238E27FC236}">
                  <a16:creationId xmlns:a16="http://schemas.microsoft.com/office/drawing/2014/main" id="{8D05A427-8FEF-7A7A-1076-C4DDA94A9967}"/>
                </a:ext>
              </a:extLst>
            </p:cNvPr>
            <p:cNvGrpSpPr/>
            <p:nvPr/>
          </p:nvGrpSpPr>
          <p:grpSpPr>
            <a:xfrm>
              <a:off x="4220321" y="1764175"/>
              <a:ext cx="2029872" cy="4002357"/>
              <a:chOff x="4220321" y="1764175"/>
              <a:chExt cx="2029872" cy="4002357"/>
            </a:xfrm>
          </p:grpSpPr>
          <p:sp>
            <p:nvSpPr>
              <p:cNvPr id="24" name="Number3">
                <a:extLst>
                  <a:ext uri="{FF2B5EF4-FFF2-40B4-BE49-F238E27FC236}">
                    <a16:creationId xmlns:a16="http://schemas.microsoft.com/office/drawing/2014/main" id="{6E38DD62-6375-A8A4-BFE6-2D6227153581}"/>
                  </a:ext>
                </a:extLst>
              </p:cNvPr>
              <p:cNvSpPr/>
              <p:nvPr/>
            </p:nvSpPr>
            <p:spPr>
              <a:xfrm>
                <a:off x="4625657" y="4547332"/>
                <a:ext cx="1219200" cy="1219200"/>
              </a:xfrm>
              <a:prstGeom prst="rect">
                <a:avLst/>
              </a:prstGeom>
              <a:solidFill>
                <a:schemeClr val="accent1">
                  <a:alpha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914377">
                  <a:lnSpc>
                    <a:spcPct val="110000"/>
                  </a:lnSpc>
                  <a:spcBef>
                    <a:spcPts val="800"/>
                  </a:spcBef>
                </a:pPr>
                <a:r>
                  <a:rPr lang="en-US" altLang="zh-CN" sz="3733">
                    <a:solidFill>
                      <a:srgbClr val="FFFFFF"/>
                    </a:solidFill>
                    <a:latin typeface="Roboto Black" panose="02000000000000000000" pitchFamily="2" charset="0"/>
                    <a:ea typeface="Roboto Black" panose="02000000000000000000" pitchFamily="2" charset="0"/>
                  </a:rPr>
                  <a:t>3</a:t>
                </a:r>
                <a:endParaRPr lang="zh-CN" altLang="en-US" sz="3733">
                  <a:solidFill>
                    <a:srgbClr val="FFFFFF"/>
                  </a:solidFill>
                  <a:latin typeface="Roboto Black" panose="02000000000000000000" pitchFamily="2" charset="0"/>
                </a:endParaRPr>
              </a:p>
            </p:txBody>
          </p:sp>
          <p:sp>
            <p:nvSpPr>
              <p:cNvPr id="25" name="Bullet3">
                <a:extLst>
                  <a:ext uri="{FF2B5EF4-FFF2-40B4-BE49-F238E27FC236}">
                    <a16:creationId xmlns:a16="http://schemas.microsoft.com/office/drawing/2014/main" id="{ADE104BD-0C6B-1943-9089-CA4344995E6B}"/>
                  </a:ext>
                </a:extLst>
              </p:cNvPr>
              <p:cNvSpPr/>
              <p:nvPr/>
            </p:nvSpPr>
            <p:spPr>
              <a:xfrm>
                <a:off x="4220321" y="1764175"/>
                <a:ext cx="2029872" cy="626534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121920" tIns="60960" rIns="121920" bIns="60960" rtlCol="0" anchor="b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ctr" defTabSz="1219170">
                  <a:lnSpc>
                    <a:spcPct val="110000"/>
                  </a:lnSpc>
                  <a:spcBef>
                    <a:spcPts val="800"/>
                  </a:spcBef>
                </a:pPr>
                <a:r>
                  <a:rPr kumimoji="1" lang="en-US" altLang="zh-CN" sz="1733" b="1" dirty="0">
                    <a:solidFill>
                      <a:srgbClr val="FF0000"/>
                    </a:solidFill>
                    <a:latin typeface="Arial Narrow"/>
                  </a:rPr>
                  <a:t>APS</a:t>
                </a:r>
                <a:r>
                  <a:rPr kumimoji="1" lang="zh-CN" altLang="en-US" sz="1733" b="1" dirty="0">
                    <a:solidFill>
                      <a:srgbClr val="FF0000"/>
                    </a:solidFill>
                    <a:latin typeface="Arial Narrow"/>
                  </a:rPr>
                  <a:t>智能排产</a:t>
                </a:r>
                <a:endParaRPr kumimoji="1" lang="en-US" altLang="zh-CN" sz="1733" b="1" dirty="0">
                  <a:solidFill>
                    <a:srgbClr val="FF0000"/>
                  </a:solidFill>
                  <a:latin typeface="Arial Narrow"/>
                </a:endParaRPr>
              </a:p>
            </p:txBody>
          </p:sp>
          <p:sp>
            <p:nvSpPr>
              <p:cNvPr id="26" name="Text3">
                <a:extLst>
                  <a:ext uri="{FF2B5EF4-FFF2-40B4-BE49-F238E27FC236}">
                    <a16:creationId xmlns:a16="http://schemas.microsoft.com/office/drawing/2014/main" id="{FBDB9F6C-19E6-ECBC-51F6-9A99FD407595}"/>
                  </a:ext>
                </a:extLst>
              </p:cNvPr>
              <p:cNvSpPr/>
              <p:nvPr/>
            </p:nvSpPr>
            <p:spPr>
              <a:xfrm>
                <a:off x="4220321" y="2389188"/>
                <a:ext cx="2029872" cy="1219196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121920" tIns="60960" rIns="121920" bIns="60960" rtlCol="0" anchor="t" anchorCtr="0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ctr" defTabSz="1219170">
                  <a:lnSpc>
                    <a:spcPct val="120000"/>
                  </a:lnSpc>
                  <a:spcBef>
                    <a:spcPts val="800"/>
                  </a:spcBef>
                </a:pPr>
                <a:r>
                  <a:rPr kumimoji="1" lang="zh-CN" altLang="en-US" sz="1067" dirty="0">
                    <a:solidFill>
                      <a:srgbClr val="060606"/>
                    </a:solidFill>
                    <a:latin typeface="Arial Narrow"/>
                  </a:rPr>
                  <a:t>根据项目优先级、工艺信息进行动态排产。面对紧急插单或项目变更时，可迅速评估资源冲突，重新优化任务顺序，确保各项目进度互不干扰。</a:t>
                </a:r>
                <a:endParaRPr kumimoji="1" lang="en-US" altLang="zh-CN" sz="1067" dirty="0">
                  <a:solidFill>
                    <a:srgbClr val="060606"/>
                  </a:solidFill>
                  <a:latin typeface="Arial Narrow"/>
                </a:endParaRPr>
              </a:p>
            </p:txBody>
          </p:sp>
        </p:grpSp>
        <p:grpSp>
          <p:nvGrpSpPr>
            <p:cNvPr id="16" name="组合 29">
              <a:extLst>
                <a:ext uri="{FF2B5EF4-FFF2-40B4-BE49-F238E27FC236}">
                  <a16:creationId xmlns:a16="http://schemas.microsoft.com/office/drawing/2014/main" id="{01C9BA1A-CB6C-7B45-7AAD-3070BBB429B8}"/>
                </a:ext>
              </a:extLst>
            </p:cNvPr>
            <p:cNvGrpSpPr/>
            <p:nvPr/>
          </p:nvGrpSpPr>
          <p:grpSpPr>
            <a:xfrm>
              <a:off x="6090513" y="1944857"/>
              <a:ext cx="2029872" cy="4067060"/>
              <a:chOff x="6090513" y="1944857"/>
              <a:chExt cx="2029872" cy="4067060"/>
            </a:xfrm>
          </p:grpSpPr>
          <p:sp>
            <p:nvSpPr>
              <p:cNvPr id="21" name="Number4">
                <a:extLst>
                  <a:ext uri="{FF2B5EF4-FFF2-40B4-BE49-F238E27FC236}">
                    <a16:creationId xmlns:a16="http://schemas.microsoft.com/office/drawing/2014/main" id="{FC815F12-0754-4FAE-22FE-94E72E5BC52D}"/>
                  </a:ext>
                </a:extLst>
              </p:cNvPr>
              <p:cNvSpPr/>
              <p:nvPr/>
            </p:nvSpPr>
            <p:spPr>
              <a:xfrm>
                <a:off x="6490461" y="1944857"/>
                <a:ext cx="1219200" cy="1219200"/>
              </a:xfrm>
              <a:prstGeom prst="rect">
                <a:avLst/>
              </a:prstGeom>
              <a:solidFill>
                <a:schemeClr val="accent1">
                  <a:alpha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914377">
                  <a:lnSpc>
                    <a:spcPct val="110000"/>
                  </a:lnSpc>
                  <a:spcBef>
                    <a:spcPts val="800"/>
                  </a:spcBef>
                </a:pPr>
                <a:r>
                  <a:rPr lang="en-US" altLang="zh-CN" sz="3733">
                    <a:solidFill>
                      <a:srgbClr val="FFFFFF"/>
                    </a:solidFill>
                    <a:latin typeface="Roboto Black" panose="02000000000000000000" pitchFamily="2" charset="0"/>
                    <a:ea typeface="Roboto Black" panose="02000000000000000000" pitchFamily="2" charset="0"/>
                  </a:rPr>
                  <a:t>4</a:t>
                </a:r>
                <a:endParaRPr lang="zh-CN" altLang="en-US" sz="3733">
                  <a:solidFill>
                    <a:srgbClr val="FFFFFF"/>
                  </a:solidFill>
                  <a:latin typeface="Roboto Black" panose="02000000000000000000" pitchFamily="2" charset="0"/>
                </a:endParaRPr>
              </a:p>
            </p:txBody>
          </p:sp>
          <p:sp>
            <p:nvSpPr>
              <p:cNvPr id="22" name="Bullet4">
                <a:extLst>
                  <a:ext uri="{FF2B5EF4-FFF2-40B4-BE49-F238E27FC236}">
                    <a16:creationId xmlns:a16="http://schemas.microsoft.com/office/drawing/2014/main" id="{E40BF278-3794-0691-E311-32C104ABDDEF}"/>
                  </a:ext>
                </a:extLst>
              </p:cNvPr>
              <p:cNvSpPr/>
              <p:nvPr/>
            </p:nvSpPr>
            <p:spPr>
              <a:xfrm>
                <a:off x="6090513" y="4370268"/>
                <a:ext cx="2029872" cy="626534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121920" tIns="60960" rIns="121920" bIns="60960" rtlCol="0" anchor="b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ctr" defTabSz="1219170">
                  <a:spcBef>
                    <a:spcPts val="800"/>
                  </a:spcBef>
                </a:pPr>
                <a:r>
                  <a:rPr kumimoji="1" lang="zh-CN" altLang="en-US" sz="1733" b="1" dirty="0">
                    <a:solidFill>
                      <a:srgbClr val="060606"/>
                    </a:solidFill>
                    <a:latin typeface="Arial Narrow"/>
                  </a:rPr>
                  <a:t>制造信息管理</a:t>
                </a:r>
                <a:endParaRPr kumimoji="1" lang="en-US" altLang="zh-CN" sz="1733" b="1" dirty="0">
                  <a:solidFill>
                    <a:srgbClr val="060606"/>
                  </a:solidFill>
                  <a:latin typeface="Arial Narrow"/>
                </a:endParaRPr>
              </a:p>
            </p:txBody>
          </p:sp>
          <p:sp>
            <p:nvSpPr>
              <p:cNvPr id="23" name="Text4">
                <a:extLst>
                  <a:ext uri="{FF2B5EF4-FFF2-40B4-BE49-F238E27FC236}">
                    <a16:creationId xmlns:a16="http://schemas.microsoft.com/office/drawing/2014/main" id="{438BD7F7-158C-6A8D-2083-BE6D76357146}"/>
                  </a:ext>
                </a:extLst>
              </p:cNvPr>
              <p:cNvSpPr/>
              <p:nvPr/>
            </p:nvSpPr>
            <p:spPr>
              <a:xfrm>
                <a:off x="6090513" y="4995283"/>
                <a:ext cx="2029872" cy="1016634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121920" tIns="60960" rIns="121920" bIns="60960" rtlCol="0" anchor="t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ctr" defTabSz="1219170">
                  <a:lnSpc>
                    <a:spcPct val="130000"/>
                  </a:lnSpc>
                  <a:spcBef>
                    <a:spcPts val="800"/>
                  </a:spcBef>
                </a:pPr>
                <a:r>
                  <a:rPr kumimoji="1" lang="zh-CN" altLang="en-US" sz="1067" dirty="0">
                    <a:solidFill>
                      <a:srgbClr val="060606"/>
                    </a:solidFill>
                    <a:latin typeface="Arial Narrow"/>
                  </a:rPr>
                  <a:t>生成制造信息并下发到机床。定时数据采集进行整合、分析，用于监控当前生产设备的状态。</a:t>
                </a:r>
                <a:endParaRPr kumimoji="1" lang="en-US" altLang="zh-CN" sz="1067" dirty="0">
                  <a:solidFill>
                    <a:srgbClr val="060606"/>
                  </a:solidFill>
                  <a:latin typeface="Arial Narrow"/>
                </a:endParaRPr>
              </a:p>
            </p:txBody>
          </p:sp>
        </p:grpSp>
        <p:grpSp>
          <p:nvGrpSpPr>
            <p:cNvPr id="17" name="组合 50">
              <a:extLst>
                <a:ext uri="{FF2B5EF4-FFF2-40B4-BE49-F238E27FC236}">
                  <a16:creationId xmlns:a16="http://schemas.microsoft.com/office/drawing/2014/main" id="{73C0A6B3-D6F8-9EAC-F9F1-CC3D48C3BEB2}"/>
                </a:ext>
              </a:extLst>
            </p:cNvPr>
            <p:cNvGrpSpPr/>
            <p:nvPr/>
          </p:nvGrpSpPr>
          <p:grpSpPr>
            <a:xfrm>
              <a:off x="7959733" y="1764175"/>
              <a:ext cx="2029872" cy="4002357"/>
              <a:chOff x="7959733" y="1764175"/>
              <a:chExt cx="2029872" cy="4002357"/>
            </a:xfrm>
          </p:grpSpPr>
          <p:sp>
            <p:nvSpPr>
              <p:cNvPr id="18" name="Number5">
                <a:extLst>
                  <a:ext uri="{FF2B5EF4-FFF2-40B4-BE49-F238E27FC236}">
                    <a16:creationId xmlns:a16="http://schemas.microsoft.com/office/drawing/2014/main" id="{9F35C696-4EA7-56D6-3B20-21D0837A4CF4}"/>
                  </a:ext>
                </a:extLst>
              </p:cNvPr>
              <p:cNvSpPr/>
              <p:nvPr/>
            </p:nvSpPr>
            <p:spPr>
              <a:xfrm>
                <a:off x="8366042" y="4547332"/>
                <a:ext cx="1219200" cy="1219200"/>
              </a:xfrm>
              <a:prstGeom prst="rect">
                <a:avLst/>
              </a:prstGeom>
              <a:solidFill>
                <a:schemeClr val="accent1">
                  <a:alpha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914377">
                  <a:lnSpc>
                    <a:spcPct val="110000"/>
                  </a:lnSpc>
                  <a:spcBef>
                    <a:spcPts val="800"/>
                  </a:spcBef>
                </a:pPr>
                <a:r>
                  <a:rPr lang="en-US" altLang="zh-CN" sz="3733">
                    <a:solidFill>
                      <a:srgbClr val="FFFFFF"/>
                    </a:solidFill>
                    <a:latin typeface="Roboto Black" panose="02000000000000000000" pitchFamily="2" charset="0"/>
                    <a:ea typeface="Roboto Black" panose="02000000000000000000" pitchFamily="2" charset="0"/>
                  </a:rPr>
                  <a:t>5</a:t>
                </a:r>
                <a:endParaRPr lang="zh-CN" altLang="en-US" sz="3733">
                  <a:solidFill>
                    <a:srgbClr val="FFFFFF"/>
                  </a:solidFill>
                  <a:latin typeface="Roboto Black" panose="02000000000000000000" pitchFamily="2" charset="0"/>
                </a:endParaRPr>
              </a:p>
            </p:txBody>
          </p:sp>
          <p:sp>
            <p:nvSpPr>
              <p:cNvPr id="19" name="Bullet5">
                <a:extLst>
                  <a:ext uri="{FF2B5EF4-FFF2-40B4-BE49-F238E27FC236}">
                    <a16:creationId xmlns:a16="http://schemas.microsoft.com/office/drawing/2014/main" id="{8C8B36FE-D974-95B1-878A-D9479BC239B9}"/>
                  </a:ext>
                </a:extLst>
              </p:cNvPr>
              <p:cNvSpPr/>
              <p:nvPr/>
            </p:nvSpPr>
            <p:spPr>
              <a:xfrm>
                <a:off x="7959733" y="1764175"/>
                <a:ext cx="2029872" cy="626534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121920" tIns="60960" rIns="121920" bIns="60960" rtlCol="0" anchor="b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ctr" defTabSz="1219170">
                  <a:lnSpc>
                    <a:spcPct val="110000"/>
                  </a:lnSpc>
                  <a:spcBef>
                    <a:spcPts val="800"/>
                  </a:spcBef>
                </a:pPr>
                <a:r>
                  <a:rPr kumimoji="1" lang="zh-CN" altLang="en-US" sz="1730" b="1" dirty="0">
                    <a:solidFill>
                      <a:srgbClr val="060606"/>
                    </a:solidFill>
                    <a:latin typeface="Arial Narrow"/>
                  </a:rPr>
                  <a:t>车间物料自动物流</a:t>
                </a:r>
                <a:endParaRPr kumimoji="1" lang="en-US" altLang="zh-CN" sz="1730" b="1" dirty="0">
                  <a:solidFill>
                    <a:srgbClr val="060606"/>
                  </a:solidFill>
                  <a:latin typeface="Arial Narrow"/>
                </a:endParaRPr>
              </a:p>
            </p:txBody>
          </p:sp>
          <p:sp>
            <p:nvSpPr>
              <p:cNvPr id="20" name="Text5">
                <a:extLst>
                  <a:ext uri="{FF2B5EF4-FFF2-40B4-BE49-F238E27FC236}">
                    <a16:creationId xmlns:a16="http://schemas.microsoft.com/office/drawing/2014/main" id="{82EC7789-5E76-BA75-DEA1-B3F8C9BA38D3}"/>
                  </a:ext>
                </a:extLst>
              </p:cNvPr>
              <p:cNvSpPr/>
              <p:nvPr/>
            </p:nvSpPr>
            <p:spPr>
              <a:xfrm>
                <a:off x="7959733" y="2389190"/>
                <a:ext cx="2029872" cy="1016634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121920" tIns="60960" rIns="121920" bIns="60960" rtlCol="0" anchor="t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ctr" defTabSz="1219170">
                  <a:lnSpc>
                    <a:spcPct val="140000"/>
                  </a:lnSpc>
                  <a:spcBef>
                    <a:spcPts val="800"/>
                  </a:spcBef>
                </a:pPr>
                <a:r>
                  <a:rPr kumimoji="1" lang="en-US" altLang="zh-CN" sz="1067" dirty="0">
                    <a:solidFill>
                      <a:srgbClr val="060606"/>
                    </a:solidFill>
                    <a:latin typeface="Arial Narrow"/>
                  </a:rPr>
                  <a:t>AGV</a:t>
                </a:r>
                <a:r>
                  <a:rPr kumimoji="1" lang="zh-CN" altLang="en-US" sz="1067" dirty="0">
                    <a:solidFill>
                      <a:srgbClr val="060606"/>
                    </a:solidFill>
                    <a:latin typeface="Arial Narrow"/>
                  </a:rPr>
                  <a:t>、毛坯、夹具、刀具、协作机器人等加工物料信息可追踪并自动化流转</a:t>
                </a:r>
                <a:endParaRPr kumimoji="1" lang="en-US" altLang="zh-CN" sz="1067" dirty="0">
                  <a:solidFill>
                    <a:srgbClr val="060606"/>
                  </a:solidFill>
                  <a:latin typeface="Arial Narrow"/>
                </a:endParaRPr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84FC8A9-EA9A-BF23-5D34-4AB5D3E246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开发框架</a:t>
            </a:r>
            <a:r>
              <a:rPr lang="en-US" altLang="zh-CN" dirty="0"/>
              <a:t>——</a:t>
            </a:r>
            <a:r>
              <a:rPr lang="zh-CN" altLang="en-US" dirty="0"/>
              <a:t>围绕高效自主加工</a:t>
            </a:r>
          </a:p>
        </p:txBody>
      </p:sp>
    </p:spTree>
    <p:extLst>
      <p:ext uri="{BB962C8B-B14F-4D97-AF65-F5344CB8AC3E}">
        <p14:creationId xmlns:p14="http://schemas.microsoft.com/office/powerpoint/2010/main" val="35484501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8BA5738-3492-82EF-6E59-E490FC6F66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APS</a:t>
            </a:r>
            <a:r>
              <a:rPr lang="zh-CN" altLang="en-US" dirty="0"/>
              <a:t>整体流程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E1D1B391-1F82-A96B-50EB-0284E35CDB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08946" y="1613817"/>
            <a:ext cx="7583054" cy="4263732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CA022E08-1A85-998B-7E15-FA1EC8419B41}"/>
              </a:ext>
            </a:extLst>
          </p:cNvPr>
          <p:cNvSpPr txBox="1"/>
          <p:nvPr/>
        </p:nvSpPr>
        <p:spPr>
          <a:xfrm>
            <a:off x="1812359" y="1843165"/>
            <a:ext cx="1272586" cy="4064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r>
              <a:rPr lang="zh-CN" altLang="en-US" sz="2000" b="1" dirty="0"/>
              <a:t>准备数据</a:t>
            </a:r>
          </a:p>
        </p:txBody>
      </p:sp>
      <p:sp>
        <p:nvSpPr>
          <p:cNvPr id="16" name="Shape 2">
            <a:extLst>
              <a:ext uri="{FF2B5EF4-FFF2-40B4-BE49-F238E27FC236}">
                <a16:creationId xmlns:a16="http://schemas.microsoft.com/office/drawing/2014/main" id="{BA463906-8680-80FF-3835-A003DA8D7523}"/>
              </a:ext>
            </a:extLst>
          </p:cNvPr>
          <p:cNvSpPr/>
          <p:nvPr/>
        </p:nvSpPr>
        <p:spPr>
          <a:xfrm>
            <a:off x="759358" y="3183682"/>
            <a:ext cx="3378585" cy="347472"/>
          </a:xfrm>
          <a:prstGeom prst="roundRect">
            <a:avLst/>
          </a:prstGeom>
          <a:solidFill>
            <a:srgbClr val="EEF4FF"/>
          </a:solidFill>
          <a:ln w="12700">
            <a:solidFill>
              <a:srgbClr val="A9C2E8"/>
            </a:solidFill>
            <a:prstDash val="solid"/>
          </a:ln>
        </p:spPr>
        <p:txBody>
          <a:bodyPr/>
          <a:lstStyle/>
          <a:p>
            <a:r>
              <a:rPr lang="zh-CN" altLang="en-US" dirty="0"/>
              <a:t>设备信息：机床状态、占用率</a:t>
            </a:r>
          </a:p>
        </p:txBody>
      </p:sp>
      <p:sp>
        <p:nvSpPr>
          <p:cNvPr id="17" name="Shape 2">
            <a:extLst>
              <a:ext uri="{FF2B5EF4-FFF2-40B4-BE49-F238E27FC236}">
                <a16:creationId xmlns:a16="http://schemas.microsoft.com/office/drawing/2014/main" id="{0EEAD6D0-ADA6-3052-9C96-D5CD5B260290}"/>
              </a:ext>
            </a:extLst>
          </p:cNvPr>
          <p:cNvSpPr/>
          <p:nvPr/>
        </p:nvSpPr>
        <p:spPr>
          <a:xfrm>
            <a:off x="759357" y="3683553"/>
            <a:ext cx="3378585" cy="657537"/>
          </a:xfrm>
          <a:prstGeom prst="roundRect">
            <a:avLst/>
          </a:prstGeom>
          <a:solidFill>
            <a:srgbClr val="EEF4FF"/>
          </a:solidFill>
          <a:ln w="12700">
            <a:solidFill>
              <a:srgbClr val="A9C2E8"/>
            </a:solidFill>
            <a:prstDash val="solid"/>
          </a:ln>
        </p:spPr>
        <p:txBody>
          <a:bodyPr/>
          <a:lstStyle/>
          <a:p>
            <a:r>
              <a:rPr lang="zh-CN" altLang="en-US" dirty="0"/>
              <a:t>订单信息：开始</a:t>
            </a:r>
            <a:r>
              <a:rPr lang="en-US" altLang="zh-CN" dirty="0"/>
              <a:t>/</a:t>
            </a:r>
            <a:r>
              <a:rPr lang="zh-CN" altLang="en-US" dirty="0"/>
              <a:t>截止时间、紧急程度、工序、预估工时、</a:t>
            </a:r>
          </a:p>
        </p:txBody>
      </p:sp>
      <p:sp>
        <p:nvSpPr>
          <p:cNvPr id="18" name="右大括号 17">
            <a:extLst>
              <a:ext uri="{FF2B5EF4-FFF2-40B4-BE49-F238E27FC236}">
                <a16:creationId xmlns:a16="http://schemas.microsoft.com/office/drawing/2014/main" id="{552DE1AB-C059-6965-FF77-6D5637E3E651}"/>
              </a:ext>
            </a:extLst>
          </p:cNvPr>
          <p:cNvSpPr/>
          <p:nvPr/>
        </p:nvSpPr>
        <p:spPr>
          <a:xfrm>
            <a:off x="4405745" y="3352800"/>
            <a:ext cx="923637" cy="914400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83159365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United Grinding 169">
  <a:themeElements>
    <a:clrScheme name="Design Colors">
      <a:dk1>
        <a:srgbClr val="060606"/>
      </a:dk1>
      <a:lt1>
        <a:srgbClr val="FFFFFF"/>
      </a:lt1>
      <a:dk2>
        <a:srgbClr val="07A0E1"/>
      </a:dk2>
      <a:lt2>
        <a:srgbClr val="E4E4E4"/>
      </a:lt2>
      <a:accent1>
        <a:srgbClr val="2B4799"/>
      </a:accent1>
      <a:accent2>
        <a:srgbClr val="117FBD"/>
      </a:accent2>
      <a:accent3>
        <a:srgbClr val="64A3D4"/>
      </a:accent3>
      <a:accent4>
        <a:srgbClr val="9EC0E3"/>
      </a:accent4>
      <a:accent5>
        <a:srgbClr val="CFD0D0"/>
      </a:accent5>
      <a:accent6>
        <a:srgbClr val="9B9D9D"/>
      </a:accent6>
      <a:hlink>
        <a:srgbClr val="07A0E1"/>
      </a:hlink>
      <a:folHlink>
        <a:srgbClr val="9EC0E3"/>
      </a:folHlink>
    </a:clrScheme>
    <a:fontScheme name="Design Font">
      <a:majorFont>
        <a:latin typeface="Arial Narrow"/>
        <a:ea typeface=""/>
        <a:cs typeface=""/>
      </a:majorFont>
      <a:minorFont>
        <a:latin typeface="Arial Narrow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2"/>
        </a:solidFill>
        <a:ln>
          <a:noFill/>
        </a:ln>
      </a:spPr>
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<a:prstTxWarp prst="textNoShape">
          <a:avLst/>
        </a:prstTxWarp>
        <a:noAutofit/>
      </a:bodyPr>
      <a:lstStyle>
        <a:defPPr algn="l">
          <a:lnSpc>
            <a:spcPct val="110000"/>
          </a:lnSpc>
          <a:spcBef>
            <a:spcPts val="600"/>
          </a:spcBef>
          <a:defRPr sz="1400" dirty="0" err="1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/>
      <a:bodyPr vert="horz" wrap="square" lIns="0" tIns="0" rIns="0" bIns="0" rtlCol="0">
        <a:noAutofit/>
      </a:bodyPr>
      <a:lstStyle>
        <a:defPPr algn="l">
          <a:lnSpc>
            <a:spcPct val="110000"/>
          </a:lnSpc>
          <a:spcBef>
            <a:spcPts val="600"/>
          </a:spcBef>
          <a:defRPr sz="1400" dirty="0" smtClean="0"/>
        </a:defPPr>
      </a:lstStyle>
    </a:txDef>
  </a:objectDefaults>
  <a:extraClrSchemeLst/>
  <a:custClrLst>
    <a:custClr>
      <a:srgbClr val="3C3C3B"/>
    </a:custClr>
    <a:custClr>
      <a:srgbClr val="C30045"/>
    </a:custClr>
  </a:custClrLst>
  <a:extLst>
    <a:ext uri="{05A4C25C-085E-4340-85A3-A5531E510DB2}">
      <thm15:themeFamily xmlns:thm15="http://schemas.microsoft.com/office/thememl/2012/main" name="Präsentation2" id="{D8620198-15F3-4D45-802E-D6EEA97AD7D8}" vid="{0B741C49-00E7-417B-8FE8-CEC36CDC94DD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8f8ff0ba-2c7f-4933-9c1e-ebae2a04b3e3}" enabled="1" method="Standard" siteId="{d0f5c1a2-e9a8-44ff-a1cc-b094c39a84d8}" contentBits="3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676</Words>
  <Application>Microsoft Office PowerPoint</Application>
  <PresentationFormat>宽屏</PresentationFormat>
  <Paragraphs>86</Paragraphs>
  <Slides>4</Slides>
  <Notes>2</Notes>
  <HiddenSlides>0</HiddenSlides>
  <MMClips>0</MMClips>
  <ScaleCrop>false</ScaleCrop>
  <HeadingPairs>
    <vt:vector size="8" baseType="variant">
      <vt:variant>
        <vt:lpstr>已用的字体</vt:lpstr>
      </vt:variant>
      <vt:variant>
        <vt:i4>5</vt:i4>
      </vt:variant>
      <vt:variant>
        <vt:lpstr>主题</vt:lpstr>
      </vt:variant>
      <vt:variant>
        <vt:i4>2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12" baseType="lpstr">
      <vt:lpstr>Arial</vt:lpstr>
      <vt:lpstr>Arial Narrow</vt:lpstr>
      <vt:lpstr>Calibri</vt:lpstr>
      <vt:lpstr>Roboto Black</vt:lpstr>
      <vt:lpstr>Wingdings</vt:lpstr>
      <vt:lpstr>Office Theme</vt:lpstr>
      <vt:lpstr>United Grinding 169</vt:lpstr>
      <vt:lpstr>think-cell Slide</vt:lpstr>
      <vt:lpstr>PowerPoint 演示文稿</vt:lpstr>
      <vt:lpstr>PowerPoint 演示文稿</vt:lpstr>
      <vt:lpstr>开发框架——围绕高效自主加工</vt:lpstr>
      <vt:lpstr>APS整体流程</vt:lpstr>
    </vt:vector>
  </TitlesOfParts>
  <Company>UM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UM APS Project</dc:creator>
  <cp:lastModifiedBy>Cao, Camorhan</cp:lastModifiedBy>
  <cp:revision>3</cp:revision>
  <dcterms:created xsi:type="dcterms:W3CDTF">2025-12-26T01:23:36Z</dcterms:created>
  <dcterms:modified xsi:type="dcterms:W3CDTF">2025-12-26T02:44:46Z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lassificationContentMarkingFooterLocations">
    <vt:lpwstr>Office Theme:3\United Grinding 169:9</vt:lpwstr>
  </property>
  <property fmtid="{D5CDD505-2E9C-101B-9397-08002B2CF9AE}" pid="3" name="ClassificationContentMarkingFooterText">
    <vt:lpwstr>INTERNAL </vt:lpwstr>
  </property>
</Properties>
</file>