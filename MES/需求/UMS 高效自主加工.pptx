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4"/>
  </p:sldMasterIdLst>
  <p:notesMasterIdLst>
    <p:notesMasterId r:id="rId45"/>
  </p:notesMasterIdLst>
  <p:handoutMasterIdLst>
    <p:handoutMasterId r:id="rId46"/>
  </p:handoutMasterIdLst>
  <p:sldIdLst>
    <p:sldId id="256" r:id="rId5"/>
    <p:sldId id="1365" r:id="rId6"/>
    <p:sldId id="258" r:id="rId7"/>
    <p:sldId id="1366" r:id="rId8"/>
    <p:sldId id="1340" r:id="rId9"/>
    <p:sldId id="1367" r:id="rId10"/>
    <p:sldId id="1344" r:id="rId11"/>
    <p:sldId id="1368" r:id="rId12"/>
    <p:sldId id="1384" r:id="rId13"/>
    <p:sldId id="1348" r:id="rId14"/>
    <p:sldId id="1357" r:id="rId15"/>
    <p:sldId id="1358" r:id="rId16"/>
    <p:sldId id="1359" r:id="rId17"/>
    <p:sldId id="1349" r:id="rId18"/>
    <p:sldId id="1356" r:id="rId19"/>
    <p:sldId id="1360" r:id="rId20"/>
    <p:sldId id="1361" r:id="rId21"/>
    <p:sldId id="1362" r:id="rId22"/>
    <p:sldId id="1354" r:id="rId23"/>
    <p:sldId id="1364" r:id="rId24"/>
    <p:sldId id="1363" r:id="rId25"/>
    <p:sldId id="1355" r:id="rId26"/>
    <p:sldId id="1352" r:id="rId27"/>
    <p:sldId id="1369" r:id="rId28"/>
    <p:sldId id="1370" r:id="rId29"/>
    <p:sldId id="1371" r:id="rId30"/>
    <p:sldId id="1372" r:id="rId31"/>
    <p:sldId id="1373" r:id="rId32"/>
    <p:sldId id="1374" r:id="rId33"/>
    <p:sldId id="1375" r:id="rId34"/>
    <p:sldId id="1376" r:id="rId35"/>
    <p:sldId id="1377" r:id="rId36"/>
    <p:sldId id="1378" r:id="rId37"/>
    <p:sldId id="1379" r:id="rId38"/>
    <p:sldId id="1380" r:id="rId39"/>
    <p:sldId id="1381" r:id="rId40"/>
    <p:sldId id="1382" r:id="rId41"/>
    <p:sldId id="1346" r:id="rId42"/>
    <p:sldId id="1383" r:id="rId43"/>
    <p:sldId id="279" r:id="rId44"/>
  </p:sldIdLst>
  <p:sldSz cx="9144000" cy="5143500" type="screen16x9"/>
  <p:notesSz cx="6858000" cy="9144000"/>
  <p:defaultTextStyle>
    <a:defPPr>
      <a:defRPr lang="en-US"/>
    </a:defPPr>
    <a:lvl1pPr marL="0" indent="0" algn="l" defTabSz="685800" rtl="0" eaLnBrk="1" latinLnBrk="0" hangingPunct="1">
      <a:lnSpc>
        <a:spcPct val="110000"/>
      </a:lnSpc>
      <a:spcBef>
        <a:spcPts val="600"/>
      </a:spcBef>
      <a:buFontTx/>
      <a:buNone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685800" rtl="0" eaLnBrk="1" latinLnBrk="0" hangingPunct="1">
      <a:lnSpc>
        <a:spcPct val="110000"/>
      </a:lnSpc>
      <a:spcBef>
        <a:spcPts val="600"/>
      </a:spcBef>
      <a:buClr>
        <a:schemeClr val="tx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685800" rtl="0" eaLnBrk="1" latinLnBrk="0" hangingPunct="1">
      <a:lnSpc>
        <a:spcPct val="110000"/>
      </a:lnSpc>
      <a:spcBef>
        <a:spcPts val="600"/>
      </a:spcBef>
      <a:buClr>
        <a:schemeClr val="tx2"/>
      </a:buClr>
      <a:buSzPct val="100000"/>
      <a:buFont typeface="Arial" panose="020B0604020202020204" pitchFamily="34" charset="0"/>
      <a:buChar char="−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504000" indent="-144000" algn="l" defTabSz="685800" rtl="0" eaLnBrk="1" latinLnBrk="0" hangingPunct="1">
      <a:lnSpc>
        <a:spcPct val="110000"/>
      </a:lnSpc>
      <a:spcBef>
        <a:spcPts val="400"/>
      </a:spcBef>
      <a:buClr>
        <a:schemeClr val="tx2"/>
      </a:buClr>
      <a:buFont typeface="Arial" panose="020B0604020202020204" pitchFamily="34" charset="0"/>
      <a:buChar char="›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84000" indent="-180000" algn="l" defTabSz="685800" rtl="0" eaLnBrk="1" latinLnBrk="0" hangingPunct="1">
      <a:lnSpc>
        <a:spcPct val="110000"/>
      </a:lnSpc>
      <a:spcBef>
        <a:spcPts val="400"/>
      </a:spcBef>
      <a:buClr>
        <a:schemeClr val="tx2"/>
      </a:buClr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885950" indent="-171450" algn="l" defTabSz="685800" rtl="0" eaLnBrk="1" latinLnBrk="0" hangingPunct="1">
      <a:lnSpc>
        <a:spcPct val="90000"/>
      </a:lnSpc>
      <a:spcBef>
        <a:spcPts val="375"/>
      </a:spcBef>
      <a:buFont typeface="Arial" panose="020B0604020202020204" pitchFamily="34" charset="0"/>
      <a:buChar char="•"/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228850" indent="-171450" algn="l" defTabSz="685800" rtl="0" eaLnBrk="1" latinLnBrk="0" hangingPunct="1">
      <a:lnSpc>
        <a:spcPct val="90000"/>
      </a:lnSpc>
      <a:spcBef>
        <a:spcPts val="375"/>
      </a:spcBef>
      <a:buFont typeface="Arial" panose="020B0604020202020204" pitchFamily="34" charset="0"/>
      <a:buChar char="•"/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571750" indent="-171450" algn="l" defTabSz="685800" rtl="0" eaLnBrk="1" latinLnBrk="0" hangingPunct="1">
      <a:lnSpc>
        <a:spcPct val="90000"/>
      </a:lnSpc>
      <a:spcBef>
        <a:spcPts val="375"/>
      </a:spcBef>
      <a:buFont typeface="Arial" panose="020B0604020202020204" pitchFamily="34" charset="0"/>
      <a:buChar char="•"/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914650" indent="-171450" algn="l" defTabSz="685800" rtl="0" eaLnBrk="1" latinLnBrk="0" hangingPunct="1">
      <a:lnSpc>
        <a:spcPct val="90000"/>
      </a:lnSpc>
      <a:spcBef>
        <a:spcPts val="375"/>
      </a:spcBef>
      <a:buFont typeface="Arial" panose="020B0604020202020204" pitchFamily="34" charset="0"/>
      <a:buChar char="•"/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FFC85726-9AC5-416B-9C25-63E5F867B40F}">
          <p14:sldIdLst>
            <p14:sldId id="256"/>
            <p14:sldId id="1365"/>
          </p14:sldIdLst>
        </p14:section>
        <p14:section name="Divider slides" id="{CC8B0E95-0F31-44ED-877B-C3E5D0590CC6}">
          <p14:sldIdLst>
            <p14:sldId id="258"/>
            <p14:sldId id="1366"/>
          </p14:sldIdLst>
        </p14:section>
        <p14:section name="理念介绍" id="{F021F583-64EE-4D3F-BA83-676DD351F792}">
          <p14:sldIdLst>
            <p14:sldId id="1340"/>
            <p14:sldId id="1367"/>
          </p14:sldIdLst>
        </p14:section>
        <p14:section name="开发框架" id="{D222CD59-7780-44BB-9159-911BD5CCF458}">
          <p14:sldIdLst>
            <p14:sldId id="1344"/>
            <p14:sldId id="1368"/>
          </p14:sldIdLst>
        </p14:section>
        <p14:section name="软件概念 ZH" id="{71D18665-E481-4719-B94B-D280517FC64B}">
          <p14:sldIdLst>
            <p14:sldId id="1384"/>
            <p14:sldId id="1348"/>
            <p14:sldId id="1357"/>
            <p14:sldId id="1358"/>
            <p14:sldId id="1359"/>
            <p14:sldId id="1349"/>
            <p14:sldId id="1356"/>
            <p14:sldId id="1360"/>
            <p14:sldId id="1361"/>
            <p14:sldId id="1362"/>
            <p14:sldId id="1354"/>
            <p14:sldId id="1364"/>
            <p14:sldId id="1363"/>
            <p14:sldId id="1355"/>
            <p14:sldId id="1352"/>
          </p14:sldIdLst>
        </p14:section>
        <p14:section name="英文版演示" id="{5EF854F2-D743-45D9-B45C-F97F759DB390}">
          <p14:sldIdLst>
            <p14:sldId id="1369"/>
            <p14:sldId id="1370"/>
            <p14:sldId id="1371"/>
            <p14:sldId id="1372"/>
            <p14:sldId id="1373"/>
            <p14:sldId id="1374"/>
            <p14:sldId id="1375"/>
            <p14:sldId id="1376"/>
            <p14:sldId id="1377"/>
            <p14:sldId id="1378"/>
            <p14:sldId id="1379"/>
            <p14:sldId id="1380"/>
            <p14:sldId id="1381"/>
            <p14:sldId id="1382"/>
          </p14:sldIdLst>
        </p14:section>
        <p14:section name="项目规划" id="{C94C4510-97E6-43C7-B91D-2358F573CF31}">
          <p14:sldIdLst>
            <p14:sldId id="1346"/>
            <p14:sldId id="1383"/>
          </p14:sldIdLst>
        </p14:section>
        <p14:section name="Final slides" id="{4090B602-CA8C-4907-9DB3-388A49174622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4799"/>
    <a:srgbClr val="A43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05DAD-7DC8-4930-AF84-EB9B81552154}" v="11" dt="2025-12-17T07:16:11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9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4711979-4EBA-CAFD-4FCA-426C0BABAB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9B537F-C764-1473-473E-141F8DE38A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16E7A-47AB-4345-80C2-B1DD280C156D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9F82591-222D-6FF4-CA34-BD1871F43C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6F3F72-A53C-BE98-08BB-6EEA859DDA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E34FDF-8906-4B65-8B4C-4C069B3791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34039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196F1-83CE-4356-8D7C-8A09FD14FE2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173CE-011E-4C7C-806E-1B8CA7D3C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69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F9D66D29-D930-435C-8888-2CC6B9D3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0" y="1036"/>
            <a:ext cx="9144000" cy="51414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143000" y="735013"/>
            <a:ext cx="6858000" cy="2092007"/>
          </a:xfrm>
        </p:spPr>
        <p:txBody>
          <a:bodyPr anchor="b"/>
          <a:lstStyle>
            <a:lvl1pPr algn="ctr">
              <a:lnSpc>
                <a:spcPct val="85000"/>
              </a:lnSpc>
              <a:defRPr sz="38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43000" y="2874080"/>
            <a:ext cx="6858000" cy="8673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Image 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755DC22A-5480-4ACB-6EAA-C3A354CD07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A28BDB0-054A-CA7A-4407-4B8155B432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9563"/>
            <a:ext cx="9144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9917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CE916315-2F64-4573-AB30-11A3D6FEA7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0" y="1036"/>
            <a:ext cx="3064395" cy="51414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B05E0F3-26A8-4329-9F33-75F3C00BCECD}"/>
              </a:ext>
            </a:extLst>
          </p:cNvPr>
          <p:cNvSpPr/>
          <p:nvPr/>
        </p:nvSpPr>
        <p:spPr bwMode="gray">
          <a:xfrm>
            <a:off x="3064395" y="0"/>
            <a:ext cx="6079605" cy="51482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5CC08-4FDE-4406-85DB-61072573885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295650" y="233447"/>
            <a:ext cx="4227175" cy="4947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59750-C7F1-44BC-9ECF-6BF2794BE25F}"/>
              </a:ext>
            </a:extLst>
          </p:cNvPr>
          <p:cNvSpPr/>
          <p:nvPr/>
        </p:nvSpPr>
        <p:spPr bwMode="gray">
          <a:xfrm>
            <a:off x="3295650" y="760572"/>
            <a:ext cx="396000" cy="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3623B09-6395-1184-9F20-AFC1F448E2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51071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92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Changeab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05E0F3-26A8-4329-9F33-75F3C00BCECD}"/>
              </a:ext>
            </a:extLst>
          </p:cNvPr>
          <p:cNvSpPr/>
          <p:nvPr/>
        </p:nvSpPr>
        <p:spPr bwMode="gray">
          <a:xfrm>
            <a:off x="3064395" y="0"/>
            <a:ext cx="6079605" cy="514826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20F9AE11-E24B-4E5A-B0D0-9F90792B63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3064395" cy="5148263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55CC08-4FDE-4406-85DB-61072573885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295650" y="233447"/>
            <a:ext cx="4227175" cy="49473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259750-C7F1-44BC-9ECF-6BF2794BE25F}"/>
              </a:ext>
            </a:extLst>
          </p:cNvPr>
          <p:cNvSpPr/>
          <p:nvPr/>
        </p:nvSpPr>
        <p:spPr bwMode="gray">
          <a:xfrm>
            <a:off x="3295650" y="760572"/>
            <a:ext cx="396000" cy="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6F9D5FA-DF12-A87C-BDFD-A955461D2E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199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92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D055-9498-42E2-9EBB-055EFAF8B34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41F4C3-7C66-4353-9FEF-75B1A2C01B12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250825" y="987423"/>
            <a:ext cx="8640000" cy="38163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96832-4BF8-4A33-B4A7-9271E71E07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1E223-DA74-4AD4-9568-7CE0D082A4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73607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one 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2D8C3-B265-4EC6-8B0D-0DA40C08F35A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250824" y="1274753"/>
            <a:ext cx="8639998" cy="3529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E1DF14-4EE1-4118-8C0F-3D5746EAF3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AF561-32CE-40FD-A866-F1CC128373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250825" y="987424"/>
            <a:ext cx="8639997" cy="252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898175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74831-C6ED-44C9-9286-3F04ABD9EC3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73BA5-6E32-4848-BE38-34D730A2E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F25CE6-FDE1-42A4-A991-484113F4501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473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Picture with small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2EC56AB-F617-41CA-AF94-6502483448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-1" y="2539088"/>
            <a:ext cx="3204000" cy="789411"/>
          </a:xfrm>
          <a:solidFill>
            <a:schemeClr val="accent1"/>
          </a:solidFill>
        </p:spPr>
        <p:txBody>
          <a:bodyPr lIns="252000" tIns="108000" rIns="108000" bIns="180000" anchor="b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66287D61-E426-46E5-80FA-CC3B8092B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50825" y="3184366"/>
            <a:ext cx="396000" cy="144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1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8C2CCF78-DEE1-5FE2-A6C8-78B63740A7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69600" y="273600"/>
            <a:ext cx="1022400" cy="417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fr-FR"/>
              <a:t>UM-logo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04366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Picture with large Blu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564F7927-DD75-4436-858A-440B90DF1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108CA-0DDB-4F7F-B781-72BBB0B77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5020"/>
            <a:ext cx="3203575" cy="753059"/>
          </a:xfrm>
          <a:solidFill>
            <a:schemeClr val="accent1"/>
          </a:solidFill>
        </p:spPr>
        <p:txBody>
          <a:bodyPr vert="horz" wrap="square" lIns="252000" tIns="108000" rIns="108000" bIns="144000" rtlCol="0" anchor="b">
            <a:spAutoFit/>
          </a:bodyPr>
          <a:lstStyle>
            <a:lvl1pPr>
              <a:defRPr lang="en-US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Tx/>
            </a:pPr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D3022E7-73B5-414C-82F4-77B4998FA8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0" y="3213100"/>
            <a:ext cx="3203575" cy="1063725"/>
          </a:xfrm>
          <a:prstGeom prst="rect">
            <a:avLst/>
          </a:prstGeom>
          <a:solidFill>
            <a:schemeClr val="accent1"/>
          </a:solidFill>
        </p:spPr>
        <p:txBody>
          <a:bodyPr lIns="252000" tIns="108000" rIns="108000" bIns="108000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DA7E6A-FC1F-4E8B-97A2-5BC61D3C6FE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50825" y="3190878"/>
            <a:ext cx="396000" cy="144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100">
                <a:solidFill>
                  <a:schemeClr val="tx2"/>
                </a:solidFill>
              </a:defRPr>
            </a:lvl1pPr>
            <a:lvl2pPr>
              <a:defRPr sz="100">
                <a:solidFill>
                  <a:schemeClr val="tx2"/>
                </a:solidFill>
              </a:defRPr>
            </a:lvl2pPr>
            <a:lvl3pPr>
              <a:defRPr sz="100">
                <a:solidFill>
                  <a:schemeClr val="tx2"/>
                </a:solidFill>
              </a:defRPr>
            </a:lvl3pPr>
            <a:lvl4pPr>
              <a:defRPr sz="100">
                <a:solidFill>
                  <a:schemeClr val="tx2"/>
                </a:solidFill>
              </a:defRPr>
            </a:lvl4pPr>
            <a:lvl5pPr>
              <a:defRPr sz="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grpSp>
        <p:nvGrpSpPr>
          <p:cNvPr id="7" name="Gruppieren 20">
            <a:extLst>
              <a:ext uri="{FF2B5EF4-FFF2-40B4-BE49-F238E27FC236}">
                <a16:creationId xmlns:a16="http://schemas.microsoft.com/office/drawing/2014/main" id="{60D0284A-FCCA-433A-A211-0711790F6C51}"/>
              </a:ext>
            </a:extLst>
          </p:cNvPr>
          <p:cNvGrpSpPr/>
          <p:nvPr/>
        </p:nvGrpSpPr>
        <p:grpSpPr bwMode="gray">
          <a:xfrm>
            <a:off x="-845820" y="2571750"/>
            <a:ext cx="731520" cy="1709738"/>
            <a:chOff x="-845820" y="2647950"/>
            <a:chExt cx="731520" cy="1709738"/>
          </a:xfrm>
        </p:grpSpPr>
        <p:cxnSp>
          <p:nvCxnSpPr>
            <p:cNvPr id="8" name="Gerader Verbinder 21">
              <a:extLst>
                <a:ext uri="{FF2B5EF4-FFF2-40B4-BE49-F238E27FC236}">
                  <a16:creationId xmlns:a16="http://schemas.microsoft.com/office/drawing/2014/main" id="{36466159-363F-40A4-8171-D4EF7DDCC370}"/>
                </a:ext>
              </a:extLst>
            </p:cNvPr>
            <p:cNvCxnSpPr/>
            <p:nvPr/>
          </p:nvCxnSpPr>
          <p:spPr bwMode="gray">
            <a:xfrm flipH="1">
              <a:off x="-472440" y="2647950"/>
              <a:ext cx="35814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22">
              <a:extLst>
                <a:ext uri="{FF2B5EF4-FFF2-40B4-BE49-F238E27FC236}">
                  <a16:creationId xmlns:a16="http://schemas.microsoft.com/office/drawing/2014/main" id="{9BE584D4-8C53-4079-AD52-206AEF080860}"/>
                </a:ext>
              </a:extLst>
            </p:cNvPr>
            <p:cNvCxnSpPr/>
            <p:nvPr/>
          </p:nvCxnSpPr>
          <p:spPr bwMode="gray">
            <a:xfrm flipH="1">
              <a:off x="-472440" y="4357688"/>
              <a:ext cx="358140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27">
              <a:extLst>
                <a:ext uri="{FF2B5EF4-FFF2-40B4-BE49-F238E27FC236}">
                  <a16:creationId xmlns:a16="http://schemas.microsoft.com/office/drawing/2014/main" id="{C4B59150-5137-4BBB-A38D-99385AAEE0AF}"/>
                </a:ext>
              </a:extLst>
            </p:cNvPr>
            <p:cNvSpPr txBox="1"/>
            <p:nvPr/>
          </p:nvSpPr>
          <p:spPr bwMode="gray">
            <a:xfrm>
              <a:off x="-845820" y="2880360"/>
              <a:ext cx="731520" cy="1333499"/>
            </a:xfrm>
            <a:prstGeom prst="rect">
              <a:avLst/>
            </a:prstGeom>
          </p:spPr>
          <p:txBody>
            <a:bodyPr vert="horz" wrap="square" lIns="0" tIns="0" rIns="0" bIns="0" rtlCol="0" anchor="ctr">
              <a:noAutofit/>
            </a:bodyPr>
            <a:lstStyle/>
            <a:p>
              <a:pPr algn="r">
                <a:lnSpc>
                  <a:spcPct val="110000"/>
                </a:lnSpc>
                <a:spcBef>
                  <a:spcPts val="600"/>
                </a:spcBef>
              </a:pPr>
              <a:r>
                <a:rPr lang="de-DE" sz="1200">
                  <a:solidFill>
                    <a:schemeClr val="accent6"/>
                  </a:solidFill>
                </a:rPr>
                <a:t>Maximum </a:t>
              </a:r>
              <a:r>
                <a:rPr lang="de-DE" sz="1200" err="1">
                  <a:solidFill>
                    <a:schemeClr val="accent6"/>
                  </a:solidFill>
                </a:rPr>
                <a:t>height</a:t>
              </a:r>
              <a:r>
                <a:rPr lang="de-DE" sz="1200">
                  <a:solidFill>
                    <a:schemeClr val="accent6"/>
                  </a:solidFill>
                </a:rPr>
                <a:t> </a:t>
              </a:r>
              <a:r>
                <a:rPr lang="de-DE" sz="1200" err="1">
                  <a:solidFill>
                    <a:schemeClr val="accent6"/>
                  </a:solidFill>
                </a:rPr>
                <a:t>of</a:t>
              </a:r>
              <a:r>
                <a:rPr lang="de-DE" sz="1200">
                  <a:solidFill>
                    <a:schemeClr val="accent6"/>
                  </a:solidFill>
                </a:rPr>
                <a:t> </a:t>
              </a:r>
              <a:r>
                <a:rPr lang="de-DE" sz="1200" err="1">
                  <a:solidFill>
                    <a:schemeClr val="accent6"/>
                  </a:solidFill>
                </a:rPr>
                <a:t>the</a:t>
              </a:r>
              <a:r>
                <a:rPr lang="de-DE" sz="1200">
                  <a:solidFill>
                    <a:schemeClr val="accent6"/>
                  </a:solidFill>
                </a:rPr>
                <a:t> </a:t>
              </a:r>
              <a:r>
                <a:rPr lang="de-DE" sz="1200" err="1">
                  <a:solidFill>
                    <a:schemeClr val="accent6"/>
                  </a:solidFill>
                </a:rPr>
                <a:t>blue</a:t>
              </a:r>
              <a:r>
                <a:rPr lang="de-DE" sz="1200">
                  <a:solidFill>
                    <a:schemeClr val="accent6"/>
                  </a:solidFill>
                </a:rPr>
                <a:t> box</a:t>
              </a:r>
            </a:p>
          </p:txBody>
        </p:sp>
      </p:grp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FC0D8BAB-74E3-1F89-A693-600D8CDE8D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600" y="273600"/>
            <a:ext cx="1022400" cy="417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fr-FR"/>
              <a:t>UM-logo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129620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817E-6C5E-40D0-85E5-5F731113630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5618F-373E-4470-85E5-689D68EF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8320F4-0639-4C02-AC92-6ED545E31F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4707000" y="987423"/>
            <a:ext cx="4183824" cy="381634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CF5A18-C79A-4B3A-B939-898814305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250825" y="987425"/>
            <a:ext cx="4186175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D42E0DA-71EC-4889-BBF1-6973E2B5A18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02341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964">
          <p15:clr>
            <a:srgbClr val="FBAE40"/>
          </p15:clr>
        </p15:guide>
        <p15:guide id="2" pos="279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68320F4-0639-4C02-AC92-6ED545E31F0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4707000" y="-1"/>
            <a:ext cx="4436999" cy="514349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3817E-6C5E-40D0-85E5-5F731113630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0825" y="233446"/>
            <a:ext cx="4186175" cy="4947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5618F-373E-4470-85E5-689D68EF9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4CF5A18-C79A-4B3A-B939-8988143050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250825" y="987425"/>
            <a:ext cx="4186175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CE13C0-7040-4214-BD25-33455C3520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A7C10D-5063-4F23-8EF5-080D484A54EA}"/>
              </a:ext>
            </a:extLst>
          </p:cNvPr>
          <p:cNvSpPr/>
          <p:nvPr/>
        </p:nvSpPr>
        <p:spPr bwMode="gray">
          <a:xfrm>
            <a:off x="250825" y="760572"/>
            <a:ext cx="396000" cy="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39E01874-CF3F-7B68-7DDD-0E8BA41E7D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69600" y="273600"/>
            <a:ext cx="1022400" cy="417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fr-FR"/>
              <a:t>UM-logo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72172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964">
          <p15:clr>
            <a:srgbClr val="FBAE40"/>
          </p15:clr>
        </p15:guide>
        <p15:guide id="2" pos="279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 and Picture, Blu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797F06-DA83-4FF7-B7A4-114B75323AFB}"/>
              </a:ext>
            </a:extLst>
          </p:cNvPr>
          <p:cNvSpPr/>
          <p:nvPr/>
        </p:nvSpPr>
        <p:spPr bwMode="gray">
          <a:xfrm>
            <a:off x="5954960" y="1"/>
            <a:ext cx="318904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C91D9-2ED0-4934-BE4F-0997E811405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250825" y="233446"/>
            <a:ext cx="5466258" cy="4947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854F0-2B5E-43F1-9799-C165686F4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C9DBED-5334-4F2A-AB4B-D36D8A777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250825" y="987425"/>
            <a:ext cx="2688866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87EBBAB-97B4-41EA-B209-BDAE4C2A295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3209691" y="987425"/>
            <a:ext cx="5681134" cy="381634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Insert PNG</a:t>
            </a:r>
          </a:p>
          <a:p>
            <a:pPr lvl="4"/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B555700-1A70-4E50-9AE6-CF8EE0A6F6F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2CAE24-D66C-425C-9E99-643FCA84108F}"/>
              </a:ext>
            </a:extLst>
          </p:cNvPr>
          <p:cNvSpPr/>
          <p:nvPr/>
        </p:nvSpPr>
        <p:spPr bwMode="gray">
          <a:xfrm>
            <a:off x="250825" y="760572"/>
            <a:ext cx="396000" cy="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96840A-11FE-2E9E-D26B-5D0EB57CD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60832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853">
          <p15:clr>
            <a:srgbClr val="FBAE40"/>
          </p15:clr>
        </p15:guide>
        <p15:guide id="2" pos="20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925D-BE85-4F40-ACA5-46CF3802A19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91A65-775C-46B4-80F2-87C7BFA9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96A223-0CBF-4DF9-8C71-CBECC8F0D0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250825" y="987425"/>
            <a:ext cx="5572800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F4320B6-7D83-4739-963C-7BD8A7B1B2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093625" y="987425"/>
            <a:ext cx="2797200" cy="381634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3CC22-0084-4CC8-8176-513236D18E4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398743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669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D925D-BE85-4F40-ACA5-46CF3802A19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91A65-775C-46B4-80F2-87C7BFA9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096A223-0CBF-4DF9-8C71-CBECC8F0D0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250825" y="987425"/>
            <a:ext cx="5572825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F4320B6-7D83-4739-963C-7BD8A7B1B2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6093650" y="987424"/>
            <a:ext cx="2797175" cy="1836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4296039E-550B-4748-B3D3-D261F36C36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3650" y="2967592"/>
            <a:ext cx="2797175" cy="1836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3AEB9D-55ED-47C9-8925-B4BBABB554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32322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669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2D8C3-B265-4EC6-8B0D-0DA40C08F35A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250825" y="987423"/>
            <a:ext cx="4186175" cy="381634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D667CC8-5F26-4078-BF85-95437A51A0B0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4707000" y="987425"/>
            <a:ext cx="4183824" cy="38163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E1DF14-4EE1-4118-8C0F-3D5746EAF3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28395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412D8C3-B265-4EC6-8B0D-0DA40C08F35A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250825" y="1274753"/>
            <a:ext cx="4186175" cy="3529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D667CC8-5F26-4078-BF85-95437A51A0B0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4706999" y="1274753"/>
            <a:ext cx="4183824" cy="3529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E1DF14-4EE1-4118-8C0F-3D5746EAF3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1AF561-32CE-40FD-A866-F1CC128373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250825" y="987424"/>
            <a:ext cx="4186175" cy="252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266BC54-6097-4BF5-9885-243CD58EAE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4706999" y="987424"/>
            <a:ext cx="4183824" cy="252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13265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B5C48D-5F0B-4990-BF31-D950E9C0DF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250825" y="987424"/>
            <a:ext cx="4186175" cy="1836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B7DDD31-F905-4E47-B27B-E1FE6883C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706999" y="987424"/>
            <a:ext cx="4183824" cy="1836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DAB75E-78D1-4932-8208-C55EE2D9F6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CA9D60C1-5D05-4DD5-8655-EAF1BA74FB24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250825" y="2967593"/>
            <a:ext cx="4186175" cy="183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D5AF0C2D-474E-4F7D-9724-4C1D4EBC2B09}"/>
              </a:ext>
            </a:extLst>
          </p:cNvPr>
          <p:cNvSpPr>
            <a:spLocks noGrp="1"/>
          </p:cNvSpPr>
          <p:nvPr>
            <p:ph sz="quarter" idx="20"/>
          </p:nvPr>
        </p:nvSpPr>
        <p:spPr bwMode="gray">
          <a:xfrm>
            <a:off x="4706999" y="2967593"/>
            <a:ext cx="4183824" cy="183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70457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B5C48D-5F0B-4990-BF31-D950E9C0DF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250825" y="987424"/>
            <a:ext cx="4283999" cy="18688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B7DDD31-F905-4E47-B27B-E1FE6883C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606824" y="987424"/>
            <a:ext cx="4283999" cy="18688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DAB75E-78D1-4932-8208-C55EE2D9F68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828AC166-EB01-4F36-A1DC-AA720BCB7AE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250825" y="2928301"/>
            <a:ext cx="4283999" cy="18688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0E8B8AE2-A9AF-4408-BBD6-99BB69306E9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4606824" y="2928301"/>
            <a:ext cx="4283999" cy="18688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0964557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857">
          <p15:clr>
            <a:srgbClr val="FBAE40"/>
          </p15:clr>
        </p15:guide>
        <p15:guide id="2" pos="290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11EF-2EBF-4F34-AC7F-5FE41F5A0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E32BE-46E8-4254-B739-68C7BD59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105EBC-A39C-4F32-B067-6E76BE0C6035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250825" y="987424"/>
            <a:ext cx="2700000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0C4E5202-888F-43DA-ACDA-E4C30DCFC3B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3222000" y="987425"/>
            <a:ext cx="2700000" cy="381634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5A25386-F82A-4379-9563-8832F9705319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6190825" y="987424"/>
            <a:ext cx="2700000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5516D14-D071-4E93-B75B-4C5306FC76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724518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860">
          <p15:clr>
            <a:srgbClr val="FBAE40"/>
          </p15:clr>
        </p15:guide>
        <p15:guide id="2" pos="2030">
          <p15:clr>
            <a:srgbClr val="FBAE40"/>
          </p15:clr>
        </p15:guide>
        <p15:guide id="3" pos="3731">
          <p15:clr>
            <a:srgbClr val="FBAE40"/>
          </p15:clr>
        </p15:guide>
        <p15:guide id="4" pos="389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s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11EF-2EBF-4F34-AC7F-5FE41F5A0C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1E32BE-46E8-4254-B739-68C7BD59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105EBC-A39C-4F32-B067-6E76BE0C6035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250825" y="1274753"/>
            <a:ext cx="2700000" cy="3529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0C4E5202-888F-43DA-ACDA-E4C30DCFC3B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3222000" y="1274753"/>
            <a:ext cx="2700000" cy="3529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F5A25386-F82A-4379-9563-8832F9705319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6190825" y="1274753"/>
            <a:ext cx="2700000" cy="3529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5516D14-D071-4E93-B75B-4C5306FC76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DCC8C-6243-40CB-B857-BCEC9C5207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250825" y="987424"/>
            <a:ext cx="2700000" cy="252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7E4ABCB-600B-485F-8874-5A821101A9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3222000" y="987424"/>
            <a:ext cx="2700000" cy="252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D9049D-2605-4BD4-95AB-CD940053B8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6190825" y="987424"/>
            <a:ext cx="2700000" cy="252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944252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1860">
          <p15:clr>
            <a:srgbClr val="FBAE40"/>
          </p15:clr>
        </p15:guide>
        <p15:guide id="2" pos="2030">
          <p15:clr>
            <a:srgbClr val="FBAE40"/>
          </p15:clr>
        </p15:guide>
        <p15:guide id="3" pos="3731">
          <p15:clr>
            <a:srgbClr val="FBAE40"/>
          </p15:clr>
        </p15:guide>
        <p15:guide id="4" pos="389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B5C48D-5F0B-4990-BF31-D950E9C0DF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250825" y="987424"/>
            <a:ext cx="2700000" cy="1836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B7DDD31-F905-4E47-B27B-E1FE6883CB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3222000" y="987424"/>
            <a:ext cx="2700000" cy="1836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B73BCAB-5F5D-42CC-9555-824E6CB0C8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6190825" y="987424"/>
            <a:ext cx="2700000" cy="18361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5F1EFB2-045E-42CA-B6D1-A816B422F34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640E6561-C9CB-49B6-BAE3-890F9FF76E57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250825" y="2967593"/>
            <a:ext cx="2700000" cy="183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41C780F3-6120-4B44-A32A-F0EF71F0CABA}"/>
              </a:ext>
            </a:extLst>
          </p:cNvPr>
          <p:cNvSpPr>
            <a:spLocks noGrp="1"/>
          </p:cNvSpPr>
          <p:nvPr>
            <p:ph sz="quarter" idx="22"/>
          </p:nvPr>
        </p:nvSpPr>
        <p:spPr bwMode="gray">
          <a:xfrm>
            <a:off x="3222000" y="2967593"/>
            <a:ext cx="2700000" cy="183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94FB5D3F-B7BF-4F7F-8640-90D54196991D}"/>
              </a:ext>
            </a:extLst>
          </p:cNvPr>
          <p:cNvSpPr>
            <a:spLocks noGrp="1"/>
          </p:cNvSpPr>
          <p:nvPr>
            <p:ph sz="quarter" idx="23"/>
          </p:nvPr>
        </p:nvSpPr>
        <p:spPr bwMode="gray">
          <a:xfrm>
            <a:off x="6190825" y="2967593"/>
            <a:ext cx="2700000" cy="1836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565296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030">
          <p15:clr>
            <a:srgbClr val="FBAE40"/>
          </p15:clr>
        </p15:guide>
        <p15:guide id="2" pos="3731">
          <p15:clr>
            <a:srgbClr val="FBAE40"/>
          </p15:clr>
        </p15:guide>
        <p15:guide id="3" pos="1860">
          <p15:clr>
            <a:srgbClr val="FBAE40"/>
          </p15:clr>
        </p15:guide>
        <p15:guide id="4" pos="389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850D-91AD-48C6-8115-88A04C75BF4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E48B3-D512-4662-B783-7F6D066F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D667CC8-5F26-4078-BF85-95437A51A0B0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4706999" y="1274753"/>
            <a:ext cx="4183824" cy="35290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7EEF7E-976E-4FE6-BFF2-06DD022101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250825" y="987424"/>
            <a:ext cx="4186175" cy="381634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F62A4F9-B9EF-43D5-A254-A9C47C1921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4706999" y="987424"/>
            <a:ext cx="4183824" cy="2520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 marL="0" indent="0">
              <a:buNone/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B165F98-91B7-40D1-AC16-F64F73CA5F5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8668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2796">
          <p15:clr>
            <a:srgbClr val="FBAE40"/>
          </p15:clr>
        </p15:guide>
        <p15:guide id="2" pos="296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let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FAD1D12-7C41-4D66-B4D6-0A8AE29308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3B321-ECC9-42C3-A197-5F4AFE11D52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CBA85-1966-4456-8BD2-1DEC158D2D1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99184CA-0B70-48FD-80E1-891D2B9F576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AC1EE-45BA-4BBE-8E8A-C70B3D7E3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C30CB-F81A-423B-9E44-F47512DCDB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endParaRPr lang="en-GB"/>
          </a:p>
        </p:txBody>
      </p:sp>
      <p:sp>
        <p:nvSpPr>
          <p:cNvPr id="9" name="Textplatzhalter 4">
            <a:extLst>
              <a:ext uri="{FF2B5EF4-FFF2-40B4-BE49-F238E27FC236}">
                <a16:creationId xmlns:a16="http://schemas.microsoft.com/office/drawing/2014/main" id="{286AE424-3A61-46C8-8E1B-A058D460AE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50825" y="760572"/>
            <a:ext cx="396000" cy="144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100">
                <a:solidFill>
                  <a:schemeClr val="tx2"/>
                </a:solidFill>
              </a:defRPr>
            </a:lvl1pPr>
            <a:lvl2pPr>
              <a:defRPr sz="100">
                <a:solidFill>
                  <a:schemeClr val="tx2"/>
                </a:solidFill>
              </a:defRPr>
            </a:lvl2pPr>
            <a:lvl3pPr>
              <a:defRPr sz="100">
                <a:solidFill>
                  <a:schemeClr val="tx2"/>
                </a:solidFill>
              </a:defRPr>
            </a:lvl3pPr>
            <a:lvl4pPr>
              <a:defRPr sz="100">
                <a:solidFill>
                  <a:schemeClr val="tx2"/>
                </a:solidFill>
              </a:defRPr>
            </a:lvl4pPr>
            <a:lvl5pPr>
              <a:defRPr sz="1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pic>
        <p:nvPicPr>
          <p:cNvPr id="6" name="Image 5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BA06080E-4282-382F-6FBD-35E2E2660B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0447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25F61572-2B2B-40C5-B9EC-57A592FDEB70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 bwMode="gray"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Add a media clip by clicking on the icon</a:t>
            </a:r>
          </a:p>
        </p:txBody>
      </p:sp>
    </p:spTree>
    <p:extLst>
      <p:ext uri="{BB962C8B-B14F-4D97-AF65-F5344CB8AC3E}">
        <p14:creationId xmlns:p14="http://schemas.microsoft.com/office/powerpoint/2010/main" val="135674295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with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91D28091-7982-4F4D-AC44-21081197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0" y="1036"/>
            <a:ext cx="9144000" cy="51414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2F02FA-2D89-4AC7-903B-B0CCDAE5D1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US"/>
              <a:t>Stay in Contact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5CF7B09-1597-4AE6-8D57-07BFDEF4AF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79" y="2695801"/>
            <a:ext cx="4152521" cy="1654437"/>
          </a:xfrm>
          <a:prstGeom prst="rect">
            <a:avLst/>
          </a:prstGeom>
          <a:solidFill>
            <a:schemeClr val="accent1"/>
          </a:solidFill>
        </p:spPr>
        <p:txBody>
          <a:bodyPr lIns="252000" tIns="180000" rIns="108000" bIns="10800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1E741AC-9EC9-4981-B4BB-A393E13AC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50825" y="3207900"/>
            <a:ext cx="3902075" cy="2501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Function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69CC31B2-E950-4091-9442-5D893CE198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50825" y="3662600"/>
            <a:ext cx="3902075" cy="687638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Mail …</a:t>
            </a:r>
          </a:p>
          <a:p>
            <a:pPr lvl="0"/>
            <a:r>
              <a:rPr lang="en-US"/>
              <a:t>Fon 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BC91BE-FDFE-4CEC-9033-3A65AF09F785}"/>
              </a:ext>
            </a:extLst>
          </p:cNvPr>
          <p:cNvSpPr/>
          <p:nvPr/>
        </p:nvSpPr>
        <p:spPr bwMode="gray">
          <a:xfrm>
            <a:off x="250825" y="760572"/>
            <a:ext cx="396000" cy="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 sz="1400" err="1">
              <a:solidFill>
                <a:schemeClr val="tx1"/>
              </a:solidFill>
            </a:endParaRPr>
          </a:p>
        </p:txBody>
      </p: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2FF35999-8230-30FD-9829-A08DBD2614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D5A2A0A3-CAAB-A1E3-DBA4-5704B4DE6F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9563"/>
            <a:ext cx="9144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34535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0" descr="Ein Bild, das Foto, Schnee, weiß, Mann enthält.&#10;&#10;Automatisch generierte Beschreibung">
            <a:extLst>
              <a:ext uri="{FF2B5EF4-FFF2-40B4-BE49-F238E27FC236}">
                <a16:creationId xmlns:a16="http://schemas.microsoft.com/office/drawing/2014/main" id="{9F87387E-BC96-4BF3-B066-9C7AA28DC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gray">
          <a:xfrm>
            <a:off x="0" y="1036"/>
            <a:ext cx="9144000" cy="51414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196591-8AE4-414B-99A2-0B4DAB736D88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1972950" y="2159720"/>
            <a:ext cx="5198100" cy="1756960"/>
          </a:xfrm>
        </p:spPr>
        <p:txBody>
          <a:bodyPr anchor="t"/>
          <a:lstStyle>
            <a:lvl1pPr algn="ctr">
              <a:defRPr sz="3800" b="1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Image 2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95FA0283-D463-7758-2198-A9513D240D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D87C4B0-AEF9-3257-667F-8EBFC0F517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99563"/>
            <a:ext cx="9144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1638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321F8C4C-8F0C-461A-E993-F25871241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2724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AED8-6E05-6C8B-AB40-9144835C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BA8A2E-37A9-7CC4-687B-70209744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184CA-0B70-48FD-80E1-891D2B9F576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EE989-D4CB-517F-914F-5CA5D3282D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2BFB9-3254-5A69-E13F-F7EA983DAF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466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C056066-046B-8637-0BDE-57FAD3A816F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13109524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405" imgH="405" progId="TCLayout.ActiveDocument.1">
                  <p:embed/>
                </p:oleObj>
              </mc:Choice>
              <mc:Fallback>
                <p:oleObj name="think-cell Slide" r:id="rId30" imgW="405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056066-046B-8637-0BDE-57FAD3A816F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50825" y="233446"/>
            <a:ext cx="7272000" cy="494735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8467754" y="4959811"/>
            <a:ext cx="423069" cy="7358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r">
              <a:defRPr sz="600">
                <a:solidFill>
                  <a:schemeClr val="accent6"/>
                </a:solidFill>
              </a:defRPr>
            </a:lvl1pPr>
          </a:lstStyle>
          <a:p>
            <a:fld id="{D99184CA-0B70-48FD-80E1-891D2B9F5768}" type="datetimeFigureOut">
              <a:rPr lang="en-GB" smtClean="0"/>
              <a:t>05/01/2026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250825" y="4959811"/>
            <a:ext cx="169958" cy="7358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600">
                <a:solidFill>
                  <a:schemeClr val="accent6"/>
                </a:solidFill>
              </a:defRPr>
            </a:lvl1pPr>
          </a:lstStyle>
          <a:p>
            <a:fld id="{E0E1850D-AA7B-41FA-B624-1975CBD02DEE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502444" y="4959811"/>
            <a:ext cx="3446294" cy="7358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l">
              <a:defRPr sz="600"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044DF4-F9C0-4D61-A9A2-FA938A3BFCDB}"/>
              </a:ext>
            </a:extLst>
          </p:cNvPr>
          <p:cNvSpPr/>
          <p:nvPr/>
        </p:nvSpPr>
        <p:spPr bwMode="gray">
          <a:xfrm>
            <a:off x="250825" y="760572"/>
            <a:ext cx="396000" cy="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AC0351D-E5B0-4D8E-9E0B-8CCEC4E62E3B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250824" y="987424"/>
            <a:ext cx="8640000" cy="38163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pic>
        <p:nvPicPr>
          <p:cNvPr id="11" name="Image 10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D5FF9AD1-A0E2-9607-C435-293AD44E7B08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506" y="272024"/>
            <a:ext cx="1021082" cy="41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6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800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6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6858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00000"/>
        <a:buFont typeface="Arial" panose="020B0604020202020204" pitchFamily="34" charset="0"/>
        <a:buChar char="−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00" indent="-144000" algn="l" defTabSz="685800" rtl="0" eaLnBrk="1" latinLnBrk="0" hangingPunct="1">
        <a:lnSpc>
          <a:spcPct val="11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›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684000" indent="-180000" algn="l" defTabSz="685800" rtl="0" eaLnBrk="1" latinLnBrk="0" hangingPunct="1">
        <a:lnSpc>
          <a:spcPct val="110000"/>
        </a:lnSpc>
        <a:spcBef>
          <a:spcPts val="400"/>
        </a:spcBef>
        <a:buClr>
          <a:schemeClr val="tx2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>
          <p15:clr>
            <a:srgbClr val="F26B43"/>
          </p15:clr>
        </p15:guide>
        <p15:guide id="2" pos="5601">
          <p15:clr>
            <a:srgbClr val="F26B43"/>
          </p15:clr>
        </p15:guide>
        <p15:guide id="3" orient="horz" pos="459">
          <p15:clr>
            <a:srgbClr val="F26B43"/>
          </p15:clr>
        </p15:guide>
        <p15:guide id="5" orient="horz" pos="3027">
          <p15:clr>
            <a:srgbClr val="F26B43"/>
          </p15:clr>
        </p15:guide>
        <p15:guide id="6" orient="horz" pos="6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inding.ch/jp/united-grinding/%E3%83%8B%E3%83%A5%E3%83%BC%E3%82%B9%E3%81%A8%E3%82%A4%E3%83%99%E3%83%B3%E3%83%88/%E3%83%8B%E3%83%A5%E3%83%BC%E3%82%B9%E4%B8%80%E8%A6%A7/%E8%A9%B3%E7%B4%B0/news/united-grinding-group-%E3%81%A8-gf-machining-solutions-%E3%81%8B%E3%82%89-united-machining-solutions-%E3%81%B8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inding.ch/jp/united-grinding/%E3%83%8B%E3%83%A5%E3%83%BC%E3%82%B9%E3%81%A8%E3%82%A4%E3%83%99%E3%83%B3%E3%83%88/%E3%83%8B%E3%83%A5%E3%83%BC%E3%82%B9%E4%B8%80%E8%A6%A7/%E8%A9%B3%E7%B4%B0/news/united-grinding-group-%E3%81%A8-gf-machining-solutions-%E3%81%8B%E3%82%89-united-machining-solutions-%E3%81%B8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4D378F-ADFA-D4A7-16E3-D203B814D6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Ums </a:t>
            </a:r>
            <a:r>
              <a:rPr lang="zh-CN" altLang="en-US"/>
              <a:t>高效自主加工软件项目</a:t>
            </a:r>
            <a:endParaRPr lang="en-GB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B4D16D4-31AA-FA05-4D2D-A3147F289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TEAM</a:t>
            </a:r>
            <a:r>
              <a:rPr lang="zh-CN" altLang="en-US"/>
              <a:t> </a:t>
            </a:r>
            <a:r>
              <a:rPr lang="en-US" altLang="zh-CN"/>
              <a:t>UMS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18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6673CE-9D1D-AD58-A40D-4C013D980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E2A9A9-DC04-1275-C957-A60A7ECE3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Ums </a:t>
            </a:r>
            <a:r>
              <a:rPr lang="en-US" altLang="zh-CN"/>
              <a:t>autonomy production Management Software</a:t>
            </a:r>
            <a:endParaRPr lang="en-GB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D16AB3F-63F1-A8B5-7DE5-415746666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TEAM</a:t>
            </a:r>
            <a:r>
              <a:rPr lang="zh-CN" altLang="en-US"/>
              <a:t> </a:t>
            </a:r>
            <a:r>
              <a:rPr lang="en-US" altLang="zh-CN"/>
              <a:t>UMS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8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65058-C94F-4F08-0C1C-D0A29DF87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A596-0A58-A59B-73D2-93041F8D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5466258" cy="494735"/>
          </a:xfr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kern="1200" cap="all" baseline="0">
                <a:latin typeface="+mj-lt"/>
                <a:ea typeface="+mj-ea"/>
                <a:cs typeface="+mj-cs"/>
              </a:rPr>
              <a:t>目录</a:t>
            </a:r>
            <a:endParaRPr lang="en-US" kern="1200" cap="all" baseline="0">
              <a:latin typeface="+mj-lt"/>
              <a:ea typeface="+mj-ea"/>
              <a:cs typeface="+mj-cs"/>
            </a:endParaRPr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80444585-AC9F-A212-0E08-D19975BF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730E16-7EB9-EA08-4CB7-6701123FB242}"/>
              </a:ext>
            </a:extLst>
          </p:cNvPr>
          <p:cNvSpPr txBox="1"/>
          <p:nvPr/>
        </p:nvSpPr>
        <p:spPr bwMode="gray">
          <a:xfrm>
            <a:off x="250825" y="987425"/>
            <a:ext cx="2688866" cy="38163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zh-CN" altLang="en-US"/>
              <a:t>前言</a:t>
            </a:r>
            <a:endParaRPr lang="en-US" altLang="zh-CN"/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zh-CN" altLang="en-US"/>
              <a:t>理念介绍</a:t>
            </a:r>
            <a:endParaRPr lang="en-US" altLang="zh-CN"/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zh-CN" altLang="en-US"/>
              <a:t>开发框架</a:t>
            </a:r>
            <a:endParaRPr lang="en-US" altLang="zh-CN"/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zh-CN" altLang="en-US"/>
              <a:t>期望效果</a:t>
            </a:r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zh-CN" altLang="en-US"/>
              <a:t>项目规划</a:t>
            </a:r>
            <a:endParaRPr lang="en-US"/>
          </a:p>
        </p:txBody>
      </p:sp>
      <p:pic>
        <p:nvPicPr>
          <p:cNvPr id="18" name="图片 17" descr="一群人站在建筑的摆设布局&#10;&#10;AI 生成的内容可能不正确。">
            <a:extLst>
              <a:ext uri="{FF2B5EF4-FFF2-40B4-BE49-F238E27FC236}">
                <a16:creationId xmlns:a16="http://schemas.microsoft.com/office/drawing/2014/main" id="{259306D0-BB9A-D528-F289-029E7E5ED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09691" y="1475312"/>
            <a:ext cx="5681134" cy="28405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8848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B79E70-3D13-52C5-CE55-D073719E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60123-CA2F-26C7-2892-5DCDD7099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5466258" cy="494735"/>
          </a:xfr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/>
              <a:t>catalog</a:t>
            </a:r>
            <a:endParaRPr lang="en-US" kern="1200" cap="all" baseline="0">
              <a:latin typeface="+mj-lt"/>
              <a:ea typeface="+mj-ea"/>
              <a:cs typeface="+mj-cs"/>
            </a:endParaRPr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843DCAB1-26DB-ABD9-A4A5-EC291A7A7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05DE14-D6CD-A331-704D-E806680CBA50}"/>
              </a:ext>
            </a:extLst>
          </p:cNvPr>
          <p:cNvSpPr txBox="1"/>
          <p:nvPr/>
        </p:nvSpPr>
        <p:spPr bwMode="gray">
          <a:xfrm>
            <a:off x="250825" y="987425"/>
            <a:ext cx="2688866" cy="381634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/>
              <a:t>Introduction</a:t>
            </a:r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/>
              <a:t>Concepts</a:t>
            </a:r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/>
              <a:t>Development Framework</a:t>
            </a:r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/>
              <a:t>Design Sketch</a:t>
            </a:r>
            <a:endParaRPr lang="zh-CN" altLang="en-US"/>
          </a:p>
          <a:p>
            <a:pPr marL="168000" indent="-168000">
              <a:buClr>
                <a:srgbClr val="00629B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zh-CN"/>
              <a:t>Project Plan</a:t>
            </a:r>
            <a:endParaRPr lang="en-US"/>
          </a:p>
        </p:txBody>
      </p:sp>
      <p:pic>
        <p:nvPicPr>
          <p:cNvPr id="18" name="图片 17" descr="一群人站在建筑的摆设布局&#10;&#10;AI 生成的内容可能不正确。">
            <a:extLst>
              <a:ext uri="{FF2B5EF4-FFF2-40B4-BE49-F238E27FC236}">
                <a16:creationId xmlns:a16="http://schemas.microsoft.com/office/drawing/2014/main" id="{74BF2387-E44B-4717-00A7-9A5D93522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209691" y="1475312"/>
            <a:ext cx="5681134" cy="28405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462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5772837-7375-DF6C-8E99-729183910C67}"/>
              </a:ext>
            </a:extLst>
          </p:cNvPr>
          <p:cNvSpPr txBox="1"/>
          <p:nvPr/>
        </p:nvSpPr>
        <p:spPr>
          <a:xfrm>
            <a:off x="484372" y="998466"/>
            <a:ext cx="8143875" cy="400050"/>
          </a:xfrm>
          <a:prstGeom prst="rect">
            <a:avLst/>
          </a:prstGeom>
          <a:noFill/>
        </p:spPr>
        <p:txBody>
          <a:bodyPr vert="horz" wrap="square" rtlCol="0" anchor="ctr" anchorCtr="0">
            <a:normAutofit fontScale="70000" lnSpcReduction="20000"/>
          </a:bodyPr>
          <a:lstStyle/>
          <a:p>
            <a:r>
              <a:rPr lang="zh-CN" altLang="en-US" sz="2400">
                <a:cs typeface="+mn-ea"/>
                <a:sym typeface="+mn-lt"/>
              </a:rPr>
              <a:t>                        </a:t>
            </a:r>
            <a:r>
              <a:rPr lang="zh-CN" altLang="en-US" sz="2400" b="1">
                <a:solidFill>
                  <a:srgbClr val="2B4799"/>
                </a:solidFill>
                <a:cs typeface="+mn-ea"/>
                <a:sym typeface="+mn-lt"/>
              </a:rPr>
              <a:t>唯一</a:t>
            </a:r>
            <a:r>
              <a:rPr lang="zh-CN" altLang="en-US" sz="2400">
                <a:cs typeface="+mn-ea"/>
                <a:sym typeface="+mn-lt"/>
              </a:rPr>
              <a:t>主动提出高精度模具领域自主高效加工理念的成熟机床厂商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C9649-3D4F-292C-F5FE-79ED9E03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不只是加工方案 </a:t>
            </a:r>
            <a:r>
              <a:rPr lang="en-US" altLang="zh-CN"/>
              <a:t>UMS </a:t>
            </a:r>
            <a:r>
              <a:rPr lang="zh-CN" altLang="en-US"/>
              <a:t>走在前面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8DBAB86-4927-AB4C-C171-4A8F5C3F7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88" y="920390"/>
            <a:ext cx="1093410" cy="52740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A55A56F-322F-CDFD-7BD8-16C95C5FD342}"/>
              </a:ext>
            </a:extLst>
          </p:cNvPr>
          <p:cNvGrpSpPr/>
          <p:nvPr/>
        </p:nvGrpSpPr>
        <p:grpSpPr>
          <a:xfrm>
            <a:off x="1259900" y="1525875"/>
            <a:ext cx="6262925" cy="3365153"/>
            <a:chOff x="658909" y="1447799"/>
            <a:chExt cx="6262925" cy="3365153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FC3EBE1-3F53-259A-3FC7-15C9CB62AB06}"/>
                </a:ext>
              </a:extLst>
            </p:cNvPr>
            <p:cNvGrpSpPr/>
            <p:nvPr/>
          </p:nvGrpSpPr>
          <p:grpSpPr>
            <a:xfrm>
              <a:off x="658909" y="1447799"/>
              <a:ext cx="6262925" cy="3365153"/>
              <a:chOff x="1440536" y="1447799"/>
              <a:chExt cx="6262925" cy="3365153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F51B14F5-E91A-F4BB-85CD-B8AA44B704D9}"/>
                  </a:ext>
                </a:extLst>
              </p:cNvPr>
              <p:cNvGrpSpPr/>
              <p:nvPr/>
            </p:nvGrpSpPr>
            <p:grpSpPr>
              <a:xfrm>
                <a:off x="1440536" y="1447799"/>
                <a:ext cx="6262925" cy="3365153"/>
                <a:chOff x="1098024" y="1641665"/>
                <a:chExt cx="6262925" cy="3365153"/>
              </a:xfrm>
            </p:grpSpPr>
            <p:grpSp>
              <p:nvGrpSpPr>
                <p:cNvPr id="32" name="iṡľîḓ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    <a:extLst>
                    <a:ext uri="{FF2B5EF4-FFF2-40B4-BE49-F238E27FC236}">
                      <a16:creationId xmlns:a16="http://schemas.microsoft.com/office/drawing/2014/main" id="{89BC0F3E-04AB-C692-072A-BC8A253B606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098024" y="1641665"/>
                  <a:ext cx="6262925" cy="3365153"/>
                  <a:chOff x="671513" y="1028700"/>
                  <a:chExt cx="10848975" cy="5829300"/>
                </a:xfrm>
              </p:grpSpPr>
              <p:grpSp>
                <p:nvGrpSpPr>
                  <p:cNvPr id="33" name="îṥḷîdê">
                    <a:extLst>
                      <a:ext uri="{FF2B5EF4-FFF2-40B4-BE49-F238E27FC236}">
                        <a16:creationId xmlns:a16="http://schemas.microsoft.com/office/drawing/2014/main" id="{F5ED81F8-C0EB-A8CC-6C92-A43928B0B8FD}"/>
                      </a:ext>
                    </a:extLst>
                  </p:cNvPr>
                  <p:cNvGrpSpPr/>
                  <p:nvPr/>
                </p:nvGrpSpPr>
                <p:grpSpPr>
                  <a:xfrm>
                    <a:off x="3338932" y="1028700"/>
                    <a:ext cx="5514136" cy="5829300"/>
                    <a:chOff x="3338932" y="1028700"/>
                    <a:chExt cx="5514136" cy="5829300"/>
                  </a:xfrm>
                </p:grpSpPr>
                <p:grpSp>
                  <p:nvGrpSpPr>
                    <p:cNvPr id="45" name="ïṩḻîḓe">
                      <a:extLst>
                        <a:ext uri="{FF2B5EF4-FFF2-40B4-BE49-F238E27FC236}">
                          <a16:creationId xmlns:a16="http://schemas.microsoft.com/office/drawing/2014/main" id="{39C69931-4897-8EF8-9D2E-11635A08A3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89213" y="5275571"/>
                      <a:ext cx="323503" cy="913348"/>
                      <a:chOff x="5021074" y="5165013"/>
                      <a:chExt cx="346103" cy="977150"/>
                    </a:xfrm>
                    <a:solidFill>
                      <a:schemeClr val="tx2"/>
                    </a:solidFill>
                  </p:grpSpPr>
                  <p:sp>
                    <p:nvSpPr>
                      <p:cNvPr id="66" name="ïŝļiḑê">
                        <a:extLst>
                          <a:ext uri="{FF2B5EF4-FFF2-40B4-BE49-F238E27FC236}">
                            <a16:creationId xmlns:a16="http://schemas.microsoft.com/office/drawing/2014/main" id="{D819FE31-DCAD-0D58-53B4-70286AA10887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123938" y="5165013"/>
                        <a:ext cx="140387" cy="154287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7" name="íşľiḍé">
                        <a:extLst>
                          <a:ext uri="{FF2B5EF4-FFF2-40B4-BE49-F238E27FC236}">
                            <a16:creationId xmlns:a16="http://schemas.microsoft.com/office/drawing/2014/main" id="{A88B2F23-9352-720B-176D-A74D5A1EED0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021074" y="5359608"/>
                        <a:ext cx="346103" cy="782555"/>
                      </a:xfrm>
                      <a:custGeom>
                        <a:avLst/>
                        <a:gdLst>
                          <a:gd name="T0" fmla="*/ 105 w 105"/>
                          <a:gd name="T1" fmla="*/ 30 h 241"/>
                          <a:gd name="T2" fmla="*/ 52 w 105"/>
                          <a:gd name="T3" fmla="*/ 0 h 241"/>
                          <a:gd name="T4" fmla="*/ 0 w 105"/>
                          <a:gd name="T5" fmla="*/ 30 h 241"/>
                          <a:gd name="T6" fmla="*/ 0 w 105"/>
                          <a:gd name="T7" fmla="*/ 30 h 241"/>
                          <a:gd name="T8" fmla="*/ 0 w 105"/>
                          <a:gd name="T9" fmla="*/ 124 h 241"/>
                          <a:gd name="T10" fmla="*/ 9 w 105"/>
                          <a:gd name="T11" fmla="*/ 134 h 241"/>
                          <a:gd name="T12" fmla="*/ 19 w 105"/>
                          <a:gd name="T13" fmla="*/ 124 h 241"/>
                          <a:gd name="T14" fmla="*/ 19 w 105"/>
                          <a:gd name="T15" fmla="*/ 41 h 241"/>
                          <a:gd name="T16" fmla="*/ 25 w 105"/>
                          <a:gd name="T17" fmla="*/ 41 h 241"/>
                          <a:gd name="T18" fmla="*/ 25 w 105"/>
                          <a:gd name="T19" fmla="*/ 228 h 241"/>
                          <a:gd name="T20" fmla="*/ 25 w 105"/>
                          <a:gd name="T21" fmla="*/ 228 h 241"/>
                          <a:gd name="T22" fmla="*/ 25 w 105"/>
                          <a:gd name="T23" fmla="*/ 229 h 241"/>
                          <a:gd name="T24" fmla="*/ 36 w 105"/>
                          <a:gd name="T25" fmla="*/ 241 h 241"/>
                          <a:gd name="T26" fmla="*/ 47 w 105"/>
                          <a:gd name="T27" fmla="*/ 230 h 241"/>
                          <a:gd name="T28" fmla="*/ 47 w 105"/>
                          <a:gd name="T29" fmla="*/ 229 h 241"/>
                          <a:gd name="T30" fmla="*/ 47 w 105"/>
                          <a:gd name="T31" fmla="*/ 125 h 241"/>
                          <a:gd name="T32" fmla="*/ 52 w 105"/>
                          <a:gd name="T33" fmla="*/ 116 h 241"/>
                          <a:gd name="T34" fmla="*/ 58 w 105"/>
                          <a:gd name="T35" fmla="*/ 125 h 241"/>
                          <a:gd name="T36" fmla="*/ 58 w 105"/>
                          <a:gd name="T37" fmla="*/ 229 h 241"/>
                          <a:gd name="T38" fmla="*/ 58 w 105"/>
                          <a:gd name="T39" fmla="*/ 230 h 241"/>
                          <a:gd name="T40" fmla="*/ 69 w 105"/>
                          <a:gd name="T41" fmla="*/ 241 h 241"/>
                          <a:gd name="T42" fmla="*/ 80 w 105"/>
                          <a:gd name="T43" fmla="*/ 229 h 241"/>
                          <a:gd name="T44" fmla="*/ 80 w 105"/>
                          <a:gd name="T45" fmla="*/ 228 h 241"/>
                          <a:gd name="T46" fmla="*/ 80 w 105"/>
                          <a:gd name="T47" fmla="*/ 228 h 241"/>
                          <a:gd name="T48" fmla="*/ 80 w 105"/>
                          <a:gd name="T49" fmla="*/ 41 h 241"/>
                          <a:gd name="T50" fmla="*/ 86 w 105"/>
                          <a:gd name="T51" fmla="*/ 41 h 241"/>
                          <a:gd name="T52" fmla="*/ 86 w 105"/>
                          <a:gd name="T53" fmla="*/ 124 h 241"/>
                          <a:gd name="T54" fmla="*/ 96 w 105"/>
                          <a:gd name="T55" fmla="*/ 134 h 241"/>
                          <a:gd name="T56" fmla="*/ 105 w 105"/>
                          <a:gd name="T57" fmla="*/ 124 h 241"/>
                          <a:gd name="T58" fmla="*/ 105 w 105"/>
                          <a:gd name="T59" fmla="*/ 30 h 241"/>
                          <a:gd name="T60" fmla="*/ 105 w 105"/>
                          <a:gd name="T61" fmla="*/ 30 h 2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</a:cxnLst>
                        <a:rect l="0" t="0" r="r" b="b"/>
                        <a:pathLst>
                          <a:path w="105" h="241">
                            <a:moveTo>
                              <a:pt x="105" y="30"/>
                            </a:moveTo>
                            <a:cubicBezTo>
                              <a:pt x="104" y="2"/>
                              <a:pt x="79" y="0"/>
                              <a:pt x="52" y="0"/>
                            </a:cubicBezTo>
                            <a:cubicBezTo>
                              <a:pt x="26" y="0"/>
                              <a:pt x="0" y="2"/>
                              <a:pt x="0" y="30"/>
                            </a:cubicBezTo>
                            <a:cubicBezTo>
                              <a:pt x="0" y="30"/>
                              <a:pt x="0" y="30"/>
                              <a:pt x="0" y="30"/>
                            </a:cubicBezTo>
                            <a:cubicBezTo>
                              <a:pt x="0" y="124"/>
                              <a:pt x="0" y="124"/>
                              <a:pt x="0" y="124"/>
                            </a:cubicBezTo>
                            <a:cubicBezTo>
                              <a:pt x="0" y="130"/>
                              <a:pt x="4" y="134"/>
                              <a:pt x="9" y="134"/>
                            </a:cubicBezTo>
                            <a:cubicBezTo>
                              <a:pt x="14" y="134"/>
                              <a:pt x="19" y="130"/>
                              <a:pt x="19" y="124"/>
                            </a:cubicBezTo>
                            <a:cubicBezTo>
                              <a:pt x="19" y="41"/>
                              <a:pt x="19" y="41"/>
                              <a:pt x="19" y="41"/>
                            </a:cubicBezTo>
                            <a:cubicBezTo>
                              <a:pt x="25" y="41"/>
                              <a:pt x="25" y="41"/>
                              <a:pt x="25" y="41"/>
                            </a:cubicBezTo>
                            <a:cubicBezTo>
                              <a:pt x="25" y="228"/>
                              <a:pt x="25" y="228"/>
                              <a:pt x="25" y="228"/>
                            </a:cubicBezTo>
                            <a:cubicBezTo>
                              <a:pt x="25" y="228"/>
                              <a:pt x="25" y="228"/>
                              <a:pt x="25" y="228"/>
                            </a:cubicBezTo>
                            <a:cubicBezTo>
                              <a:pt x="25" y="228"/>
                              <a:pt x="25" y="229"/>
                              <a:pt x="25" y="229"/>
                            </a:cubicBezTo>
                            <a:cubicBezTo>
                              <a:pt x="25" y="235"/>
                              <a:pt x="30" y="241"/>
                              <a:pt x="36" y="241"/>
                            </a:cubicBezTo>
                            <a:cubicBezTo>
                              <a:pt x="41" y="241"/>
                              <a:pt x="46" y="236"/>
                              <a:pt x="47" y="230"/>
                            </a:cubicBezTo>
                            <a:cubicBezTo>
                              <a:pt x="47" y="230"/>
                              <a:pt x="47" y="230"/>
                              <a:pt x="47" y="229"/>
                            </a:cubicBezTo>
                            <a:cubicBezTo>
                              <a:pt x="47" y="125"/>
                              <a:pt x="47" y="125"/>
                              <a:pt x="47" y="125"/>
                            </a:cubicBezTo>
                            <a:cubicBezTo>
                              <a:pt x="47" y="120"/>
                              <a:pt x="48" y="116"/>
                              <a:pt x="52" y="116"/>
                            </a:cubicBezTo>
                            <a:cubicBezTo>
                              <a:pt x="57" y="116"/>
                              <a:pt x="58" y="120"/>
                              <a:pt x="58" y="125"/>
                            </a:cubicBezTo>
                            <a:cubicBezTo>
                              <a:pt x="58" y="229"/>
                              <a:pt x="58" y="229"/>
                              <a:pt x="58" y="229"/>
                            </a:cubicBezTo>
                            <a:cubicBezTo>
                              <a:pt x="58" y="230"/>
                              <a:pt x="58" y="230"/>
                              <a:pt x="58" y="230"/>
                            </a:cubicBezTo>
                            <a:cubicBezTo>
                              <a:pt x="59" y="236"/>
                              <a:pt x="63" y="241"/>
                              <a:pt x="69" y="241"/>
                            </a:cubicBezTo>
                            <a:cubicBezTo>
                              <a:pt x="75" y="241"/>
                              <a:pt x="80" y="235"/>
                              <a:pt x="80" y="229"/>
                            </a:cubicBezTo>
                            <a:cubicBezTo>
                              <a:pt x="80" y="228"/>
                              <a:pt x="80" y="228"/>
                              <a:pt x="80" y="228"/>
                            </a:cubicBezTo>
                            <a:cubicBezTo>
                              <a:pt x="80" y="228"/>
                              <a:pt x="80" y="228"/>
                              <a:pt x="80" y="228"/>
                            </a:cubicBezTo>
                            <a:cubicBezTo>
                              <a:pt x="80" y="41"/>
                              <a:pt x="80" y="41"/>
                              <a:pt x="80" y="41"/>
                            </a:cubicBezTo>
                            <a:cubicBezTo>
                              <a:pt x="86" y="41"/>
                              <a:pt x="86" y="41"/>
                              <a:pt x="86" y="41"/>
                            </a:cubicBezTo>
                            <a:cubicBezTo>
                              <a:pt x="86" y="124"/>
                              <a:pt x="86" y="124"/>
                              <a:pt x="86" y="124"/>
                            </a:cubicBezTo>
                            <a:cubicBezTo>
                              <a:pt x="86" y="130"/>
                              <a:pt x="91" y="134"/>
                              <a:pt x="96" y="134"/>
                            </a:cubicBezTo>
                            <a:cubicBezTo>
                              <a:pt x="101" y="134"/>
                              <a:pt x="105" y="130"/>
                              <a:pt x="105" y="124"/>
                            </a:cubicBezTo>
                            <a:cubicBezTo>
                              <a:pt x="105" y="30"/>
                              <a:pt x="105" y="30"/>
                              <a:pt x="105" y="30"/>
                            </a:cubicBezTo>
                            <a:cubicBezTo>
                              <a:pt x="105" y="30"/>
                              <a:pt x="105" y="30"/>
                              <a:pt x="105" y="30"/>
                            </a:cubicBezTo>
                            <a:close/>
                          </a:path>
                        </a:pathLst>
                      </a:cu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7" name="í$ḷïḑè">
                      <a:extLst>
                        <a:ext uri="{FF2B5EF4-FFF2-40B4-BE49-F238E27FC236}">
                          <a16:creationId xmlns:a16="http://schemas.microsoft.com/office/drawing/2014/main" id="{4CD9DC5C-7908-97C0-D1EA-6FE181EC69D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22802" y="1248576"/>
                      <a:ext cx="550867" cy="913350"/>
                      <a:chOff x="8467515" y="825516"/>
                      <a:chExt cx="589349" cy="977152"/>
                    </a:xfrm>
                    <a:solidFill>
                      <a:schemeClr val="tx1">
                        <a:lumMod val="50000"/>
                        <a:lumOff val="50000"/>
                      </a:schemeClr>
                    </a:solidFill>
                  </p:grpSpPr>
                  <p:sp>
                    <p:nvSpPr>
                      <p:cNvPr id="62" name="î$ľïḓe">
                        <a:extLst>
                          <a:ext uri="{FF2B5EF4-FFF2-40B4-BE49-F238E27FC236}">
                            <a16:creationId xmlns:a16="http://schemas.microsoft.com/office/drawing/2014/main" id="{934F8743-C5AA-B8D1-0279-24CFDD17D6FA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691300" y="825516"/>
                        <a:ext cx="144557" cy="154287"/>
                      </a:xfrm>
                      <a:prstGeom prst="ellipse">
                        <a:avLst/>
                      </a:pr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3" name="ïṡļide">
                        <a:extLst>
                          <a:ext uri="{FF2B5EF4-FFF2-40B4-BE49-F238E27FC236}">
                            <a16:creationId xmlns:a16="http://schemas.microsoft.com/office/drawing/2014/main" id="{75A042F8-F6B4-C327-D989-B35C7803683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467515" y="1010383"/>
                        <a:ext cx="589349" cy="792285"/>
                      </a:xfrm>
                      <a:custGeom>
                        <a:avLst/>
                        <a:gdLst>
                          <a:gd name="T0" fmla="*/ 177 w 179"/>
                          <a:gd name="T1" fmla="*/ 45 h 241"/>
                          <a:gd name="T2" fmla="*/ 164 w 179"/>
                          <a:gd name="T3" fmla="*/ 41 h 241"/>
                          <a:gd name="T4" fmla="*/ 143 w 179"/>
                          <a:gd name="T5" fmla="*/ 51 h 241"/>
                          <a:gd name="T6" fmla="*/ 143 w 179"/>
                          <a:gd name="T7" fmla="*/ 30 h 241"/>
                          <a:gd name="T8" fmla="*/ 143 w 179"/>
                          <a:gd name="T9" fmla="*/ 30 h 241"/>
                          <a:gd name="T10" fmla="*/ 90 w 179"/>
                          <a:gd name="T11" fmla="*/ 0 h 241"/>
                          <a:gd name="T12" fmla="*/ 37 w 179"/>
                          <a:gd name="T13" fmla="*/ 30 h 241"/>
                          <a:gd name="T14" fmla="*/ 37 w 179"/>
                          <a:gd name="T15" fmla="*/ 30 h 241"/>
                          <a:gd name="T16" fmla="*/ 37 w 179"/>
                          <a:gd name="T17" fmla="*/ 51 h 241"/>
                          <a:gd name="T18" fmla="*/ 16 w 179"/>
                          <a:gd name="T19" fmla="*/ 41 h 241"/>
                          <a:gd name="T20" fmla="*/ 3 w 179"/>
                          <a:gd name="T21" fmla="*/ 45 h 241"/>
                          <a:gd name="T22" fmla="*/ 8 w 179"/>
                          <a:gd name="T23" fmla="*/ 58 h 241"/>
                          <a:gd name="T24" fmla="*/ 56 w 179"/>
                          <a:gd name="T25" fmla="*/ 82 h 241"/>
                          <a:gd name="T26" fmla="*/ 56 w 179"/>
                          <a:gd name="T27" fmla="*/ 40 h 241"/>
                          <a:gd name="T28" fmla="*/ 62 w 179"/>
                          <a:gd name="T29" fmla="*/ 40 h 241"/>
                          <a:gd name="T30" fmla="*/ 62 w 179"/>
                          <a:gd name="T31" fmla="*/ 228 h 241"/>
                          <a:gd name="T32" fmla="*/ 62 w 179"/>
                          <a:gd name="T33" fmla="*/ 228 h 241"/>
                          <a:gd name="T34" fmla="*/ 62 w 179"/>
                          <a:gd name="T35" fmla="*/ 229 h 241"/>
                          <a:gd name="T36" fmla="*/ 73 w 179"/>
                          <a:gd name="T37" fmla="*/ 241 h 241"/>
                          <a:gd name="T38" fmla="*/ 84 w 179"/>
                          <a:gd name="T39" fmla="*/ 230 h 241"/>
                          <a:gd name="T40" fmla="*/ 84 w 179"/>
                          <a:gd name="T41" fmla="*/ 229 h 241"/>
                          <a:gd name="T42" fmla="*/ 84 w 179"/>
                          <a:gd name="T43" fmla="*/ 125 h 241"/>
                          <a:gd name="T44" fmla="*/ 90 w 179"/>
                          <a:gd name="T45" fmla="*/ 116 h 241"/>
                          <a:gd name="T46" fmla="*/ 95 w 179"/>
                          <a:gd name="T47" fmla="*/ 125 h 241"/>
                          <a:gd name="T48" fmla="*/ 95 w 179"/>
                          <a:gd name="T49" fmla="*/ 229 h 241"/>
                          <a:gd name="T50" fmla="*/ 96 w 179"/>
                          <a:gd name="T51" fmla="*/ 230 h 241"/>
                          <a:gd name="T52" fmla="*/ 106 w 179"/>
                          <a:gd name="T53" fmla="*/ 241 h 241"/>
                          <a:gd name="T54" fmla="*/ 118 w 179"/>
                          <a:gd name="T55" fmla="*/ 229 h 241"/>
                          <a:gd name="T56" fmla="*/ 118 w 179"/>
                          <a:gd name="T57" fmla="*/ 228 h 241"/>
                          <a:gd name="T58" fmla="*/ 118 w 179"/>
                          <a:gd name="T59" fmla="*/ 40 h 241"/>
                          <a:gd name="T60" fmla="*/ 124 w 179"/>
                          <a:gd name="T61" fmla="*/ 40 h 241"/>
                          <a:gd name="T62" fmla="*/ 124 w 179"/>
                          <a:gd name="T63" fmla="*/ 82 h 241"/>
                          <a:gd name="T64" fmla="*/ 172 w 179"/>
                          <a:gd name="T65" fmla="*/ 58 h 241"/>
                          <a:gd name="T66" fmla="*/ 177 w 179"/>
                          <a:gd name="T67" fmla="*/ 45 h 2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</a:cxnLst>
                        <a:rect l="0" t="0" r="r" b="b"/>
                        <a:pathLst>
                          <a:path w="179" h="241">
                            <a:moveTo>
                              <a:pt x="177" y="45"/>
                            </a:moveTo>
                            <a:cubicBezTo>
                              <a:pt x="175" y="41"/>
                              <a:pt x="169" y="39"/>
                              <a:pt x="164" y="41"/>
                            </a:cubicBezTo>
                            <a:cubicBezTo>
                              <a:pt x="143" y="51"/>
                              <a:pt x="143" y="51"/>
                              <a:pt x="143" y="51"/>
                            </a:cubicBezTo>
                            <a:cubicBezTo>
                              <a:pt x="143" y="30"/>
                              <a:pt x="143" y="30"/>
                              <a:pt x="143" y="30"/>
                            </a:cubicBezTo>
                            <a:cubicBezTo>
                              <a:pt x="143" y="30"/>
                              <a:pt x="143" y="30"/>
                              <a:pt x="143" y="30"/>
                            </a:cubicBezTo>
                            <a:cubicBezTo>
                              <a:pt x="142" y="2"/>
                              <a:pt x="116" y="0"/>
                              <a:pt x="90" y="0"/>
                            </a:cubicBezTo>
                            <a:cubicBezTo>
                              <a:pt x="63" y="0"/>
                              <a:pt x="38" y="2"/>
                              <a:pt x="37" y="30"/>
                            </a:cubicBezTo>
                            <a:cubicBezTo>
                              <a:pt x="37" y="30"/>
                              <a:pt x="37" y="30"/>
                              <a:pt x="37" y="30"/>
                            </a:cubicBezTo>
                            <a:cubicBezTo>
                              <a:pt x="37" y="51"/>
                              <a:pt x="37" y="51"/>
                              <a:pt x="37" y="51"/>
                            </a:cubicBezTo>
                            <a:cubicBezTo>
                              <a:pt x="16" y="41"/>
                              <a:pt x="16" y="41"/>
                              <a:pt x="16" y="41"/>
                            </a:cubicBezTo>
                            <a:cubicBezTo>
                              <a:pt x="11" y="39"/>
                              <a:pt x="5" y="41"/>
                              <a:pt x="3" y="45"/>
                            </a:cubicBezTo>
                            <a:cubicBezTo>
                              <a:pt x="0" y="50"/>
                              <a:pt x="3" y="56"/>
                              <a:pt x="8" y="58"/>
                            </a:cubicBezTo>
                            <a:cubicBezTo>
                              <a:pt x="56" y="82"/>
                              <a:pt x="56" y="82"/>
                              <a:pt x="56" y="82"/>
                            </a:cubicBezTo>
                            <a:cubicBezTo>
                              <a:pt x="56" y="40"/>
                              <a:pt x="56" y="40"/>
                              <a:pt x="56" y="40"/>
                            </a:cubicBezTo>
                            <a:cubicBezTo>
                              <a:pt x="62" y="40"/>
                              <a:pt x="62" y="40"/>
                              <a:pt x="62" y="40"/>
                            </a:cubicBezTo>
                            <a:cubicBezTo>
                              <a:pt x="62" y="228"/>
                              <a:pt x="62" y="228"/>
                              <a:pt x="62" y="228"/>
                            </a:cubicBezTo>
                            <a:cubicBezTo>
                              <a:pt x="62" y="228"/>
                              <a:pt x="62" y="228"/>
                              <a:pt x="62" y="228"/>
                            </a:cubicBezTo>
                            <a:cubicBezTo>
                              <a:pt x="62" y="228"/>
                              <a:pt x="62" y="228"/>
                              <a:pt x="62" y="229"/>
                            </a:cubicBezTo>
                            <a:cubicBezTo>
                              <a:pt x="62" y="235"/>
                              <a:pt x="67" y="241"/>
                              <a:pt x="73" y="241"/>
                            </a:cubicBezTo>
                            <a:cubicBezTo>
                              <a:pt x="79" y="241"/>
                              <a:pt x="84" y="236"/>
                              <a:pt x="84" y="230"/>
                            </a:cubicBezTo>
                            <a:cubicBezTo>
                              <a:pt x="84" y="230"/>
                              <a:pt x="84" y="230"/>
                              <a:pt x="84" y="229"/>
                            </a:cubicBezTo>
                            <a:cubicBezTo>
                              <a:pt x="84" y="125"/>
                              <a:pt x="84" y="125"/>
                              <a:pt x="84" y="125"/>
                            </a:cubicBezTo>
                            <a:cubicBezTo>
                              <a:pt x="84" y="120"/>
                              <a:pt x="85" y="116"/>
                              <a:pt x="90" y="116"/>
                            </a:cubicBezTo>
                            <a:cubicBezTo>
                              <a:pt x="95" y="116"/>
                              <a:pt x="95" y="120"/>
                              <a:pt x="95" y="125"/>
                            </a:cubicBezTo>
                            <a:cubicBezTo>
                              <a:pt x="95" y="229"/>
                              <a:pt x="95" y="229"/>
                              <a:pt x="95" y="229"/>
                            </a:cubicBezTo>
                            <a:cubicBezTo>
                              <a:pt x="95" y="230"/>
                              <a:pt x="95" y="230"/>
                              <a:pt x="96" y="230"/>
                            </a:cubicBezTo>
                            <a:cubicBezTo>
                              <a:pt x="96" y="236"/>
                              <a:pt x="101" y="241"/>
                              <a:pt x="106" y="241"/>
                            </a:cubicBezTo>
                            <a:cubicBezTo>
                              <a:pt x="113" y="241"/>
                              <a:pt x="118" y="235"/>
                              <a:pt x="118" y="229"/>
                            </a:cubicBezTo>
                            <a:cubicBezTo>
                              <a:pt x="118" y="228"/>
                              <a:pt x="118" y="228"/>
                              <a:pt x="118" y="228"/>
                            </a:cubicBezTo>
                            <a:cubicBezTo>
                              <a:pt x="118" y="40"/>
                              <a:pt x="118" y="40"/>
                              <a:pt x="118" y="40"/>
                            </a:cubicBezTo>
                            <a:cubicBezTo>
                              <a:pt x="124" y="40"/>
                              <a:pt x="124" y="40"/>
                              <a:pt x="124" y="40"/>
                            </a:cubicBezTo>
                            <a:cubicBezTo>
                              <a:pt x="124" y="82"/>
                              <a:pt x="124" y="82"/>
                              <a:pt x="124" y="82"/>
                            </a:cubicBezTo>
                            <a:cubicBezTo>
                              <a:pt x="172" y="58"/>
                              <a:pt x="172" y="58"/>
                              <a:pt x="172" y="58"/>
                            </a:cubicBezTo>
                            <a:cubicBezTo>
                              <a:pt x="177" y="56"/>
                              <a:pt x="179" y="50"/>
                              <a:pt x="177" y="45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8" name="ís1iḋé">
                      <a:extLst>
                        <a:ext uri="{FF2B5EF4-FFF2-40B4-BE49-F238E27FC236}">
                          <a16:creationId xmlns:a16="http://schemas.microsoft.com/office/drawing/2014/main" id="{1706AC9C-1E2C-E2EC-AAA5-379E9DC7E39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63069" y="4692205"/>
                      <a:ext cx="422244" cy="912046"/>
                      <a:chOff x="6276918" y="4540915"/>
                      <a:chExt cx="451741" cy="975761"/>
                    </a:xfrm>
                    <a:solidFill>
                      <a:schemeClr val="tx1">
                        <a:lumMod val="50000"/>
                        <a:lumOff val="50000"/>
                      </a:schemeClr>
                    </a:solidFill>
                  </p:grpSpPr>
                  <p:sp>
                    <p:nvSpPr>
                      <p:cNvPr id="58" name="ïśļîḑe">
                        <a:extLst>
                          <a:ext uri="{FF2B5EF4-FFF2-40B4-BE49-F238E27FC236}">
                            <a16:creationId xmlns:a16="http://schemas.microsoft.com/office/drawing/2014/main" id="{DA24E351-E796-459F-CF1E-587C17709B8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468734" y="4540915"/>
                        <a:ext cx="140387" cy="151507"/>
                      </a:xfrm>
                      <a:custGeom>
                        <a:avLst/>
                        <a:gdLst>
                          <a:gd name="T0" fmla="*/ 0 w 43"/>
                          <a:gd name="T1" fmla="*/ 23 h 46"/>
                          <a:gd name="T2" fmla="*/ 21 w 43"/>
                          <a:gd name="T3" fmla="*/ 46 h 46"/>
                          <a:gd name="T4" fmla="*/ 43 w 43"/>
                          <a:gd name="T5" fmla="*/ 23 h 46"/>
                          <a:gd name="T6" fmla="*/ 22 w 43"/>
                          <a:gd name="T7" fmla="*/ 0 h 46"/>
                          <a:gd name="T8" fmla="*/ 0 w 43"/>
                          <a:gd name="T9" fmla="*/ 23 h 4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3" h="46">
                            <a:moveTo>
                              <a:pt x="0" y="23"/>
                            </a:moveTo>
                            <a:cubicBezTo>
                              <a:pt x="0" y="35"/>
                              <a:pt x="10" y="46"/>
                              <a:pt x="21" y="46"/>
                            </a:cubicBezTo>
                            <a:cubicBezTo>
                              <a:pt x="33" y="46"/>
                              <a:pt x="43" y="36"/>
                              <a:pt x="43" y="23"/>
                            </a:cubicBezTo>
                            <a:cubicBezTo>
                              <a:pt x="43" y="10"/>
                              <a:pt x="33" y="0"/>
                              <a:pt x="22" y="0"/>
                            </a:cubicBezTo>
                            <a:cubicBezTo>
                              <a:pt x="10" y="0"/>
                              <a:pt x="0" y="10"/>
                              <a:pt x="0" y="23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59" name="îšľïďê">
                        <a:extLst>
                          <a:ext uri="{FF2B5EF4-FFF2-40B4-BE49-F238E27FC236}">
                            <a16:creationId xmlns:a16="http://schemas.microsoft.com/office/drawing/2014/main" id="{3FEBCAD0-BCF5-89A8-E7FD-572991C6AE58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76918" y="4704931"/>
                        <a:ext cx="442011" cy="654678"/>
                      </a:xfrm>
                      <a:custGeom>
                        <a:avLst/>
                        <a:gdLst>
                          <a:gd name="T0" fmla="*/ 1 w 134"/>
                          <a:gd name="T1" fmla="*/ 84 h 199"/>
                          <a:gd name="T2" fmla="*/ 10 w 134"/>
                          <a:gd name="T3" fmla="*/ 36 h 199"/>
                          <a:gd name="T4" fmla="*/ 15 w 134"/>
                          <a:gd name="T5" fmla="*/ 29 h 199"/>
                          <a:gd name="T6" fmla="*/ 61 w 134"/>
                          <a:gd name="T7" fmla="*/ 2 h 199"/>
                          <a:gd name="T8" fmla="*/ 62 w 134"/>
                          <a:gd name="T9" fmla="*/ 2 h 199"/>
                          <a:gd name="T10" fmla="*/ 62 w 134"/>
                          <a:gd name="T11" fmla="*/ 1 h 199"/>
                          <a:gd name="T12" fmla="*/ 63 w 134"/>
                          <a:gd name="T13" fmla="*/ 1 h 199"/>
                          <a:gd name="T14" fmla="*/ 63 w 134"/>
                          <a:gd name="T15" fmla="*/ 1 h 199"/>
                          <a:gd name="T16" fmla="*/ 64 w 134"/>
                          <a:gd name="T17" fmla="*/ 1 h 199"/>
                          <a:gd name="T18" fmla="*/ 64 w 134"/>
                          <a:gd name="T19" fmla="*/ 1 h 199"/>
                          <a:gd name="T20" fmla="*/ 65 w 134"/>
                          <a:gd name="T21" fmla="*/ 1 h 199"/>
                          <a:gd name="T22" fmla="*/ 65 w 134"/>
                          <a:gd name="T23" fmla="*/ 0 h 199"/>
                          <a:gd name="T24" fmla="*/ 66 w 134"/>
                          <a:gd name="T25" fmla="*/ 0 h 199"/>
                          <a:gd name="T26" fmla="*/ 66 w 134"/>
                          <a:gd name="T27" fmla="*/ 0 h 199"/>
                          <a:gd name="T28" fmla="*/ 67 w 134"/>
                          <a:gd name="T29" fmla="*/ 0 h 199"/>
                          <a:gd name="T30" fmla="*/ 67 w 134"/>
                          <a:gd name="T31" fmla="*/ 0 h 199"/>
                          <a:gd name="T32" fmla="*/ 68 w 134"/>
                          <a:gd name="T33" fmla="*/ 0 h 199"/>
                          <a:gd name="T34" fmla="*/ 68 w 134"/>
                          <a:gd name="T35" fmla="*/ 0 h 199"/>
                          <a:gd name="T36" fmla="*/ 69 w 134"/>
                          <a:gd name="T37" fmla="*/ 0 h 199"/>
                          <a:gd name="T38" fmla="*/ 69 w 134"/>
                          <a:gd name="T39" fmla="*/ 1 h 199"/>
                          <a:gd name="T40" fmla="*/ 70 w 134"/>
                          <a:gd name="T41" fmla="*/ 1 h 199"/>
                          <a:gd name="T42" fmla="*/ 70 w 134"/>
                          <a:gd name="T43" fmla="*/ 1 h 199"/>
                          <a:gd name="T44" fmla="*/ 92 w 134"/>
                          <a:gd name="T45" fmla="*/ 9 h 199"/>
                          <a:gd name="T46" fmla="*/ 99 w 134"/>
                          <a:gd name="T47" fmla="*/ 21 h 199"/>
                          <a:gd name="T48" fmla="*/ 92 w 134"/>
                          <a:gd name="T49" fmla="*/ 89 h 199"/>
                          <a:gd name="T50" fmla="*/ 92 w 134"/>
                          <a:gd name="T51" fmla="*/ 90 h 199"/>
                          <a:gd name="T52" fmla="*/ 129 w 134"/>
                          <a:gd name="T53" fmla="*/ 113 h 199"/>
                          <a:gd name="T54" fmla="*/ 134 w 134"/>
                          <a:gd name="T55" fmla="*/ 123 h 199"/>
                          <a:gd name="T56" fmla="*/ 127 w 134"/>
                          <a:gd name="T57" fmla="*/ 188 h 199"/>
                          <a:gd name="T58" fmla="*/ 116 w 134"/>
                          <a:gd name="T59" fmla="*/ 199 h 199"/>
                          <a:gd name="T60" fmla="*/ 105 w 134"/>
                          <a:gd name="T61" fmla="*/ 187 h 199"/>
                          <a:gd name="T62" fmla="*/ 112 w 134"/>
                          <a:gd name="T63" fmla="*/ 130 h 199"/>
                          <a:gd name="T64" fmla="*/ 56 w 134"/>
                          <a:gd name="T65" fmla="*/ 96 h 199"/>
                          <a:gd name="T66" fmla="*/ 55 w 134"/>
                          <a:gd name="T67" fmla="*/ 95 h 199"/>
                          <a:gd name="T68" fmla="*/ 55 w 134"/>
                          <a:gd name="T69" fmla="*/ 95 h 199"/>
                          <a:gd name="T70" fmla="*/ 54 w 134"/>
                          <a:gd name="T71" fmla="*/ 95 h 199"/>
                          <a:gd name="T72" fmla="*/ 54 w 134"/>
                          <a:gd name="T73" fmla="*/ 95 h 199"/>
                          <a:gd name="T74" fmla="*/ 53 w 134"/>
                          <a:gd name="T75" fmla="*/ 94 h 199"/>
                          <a:gd name="T76" fmla="*/ 53 w 134"/>
                          <a:gd name="T77" fmla="*/ 94 h 199"/>
                          <a:gd name="T78" fmla="*/ 52 w 134"/>
                          <a:gd name="T79" fmla="*/ 93 h 199"/>
                          <a:gd name="T80" fmla="*/ 52 w 134"/>
                          <a:gd name="T81" fmla="*/ 93 h 199"/>
                          <a:gd name="T82" fmla="*/ 52 w 134"/>
                          <a:gd name="T83" fmla="*/ 93 h 199"/>
                          <a:gd name="T84" fmla="*/ 51 w 134"/>
                          <a:gd name="T85" fmla="*/ 90 h 199"/>
                          <a:gd name="T86" fmla="*/ 51 w 134"/>
                          <a:gd name="T87" fmla="*/ 90 h 199"/>
                          <a:gd name="T88" fmla="*/ 50 w 134"/>
                          <a:gd name="T89" fmla="*/ 89 h 199"/>
                          <a:gd name="T90" fmla="*/ 50 w 134"/>
                          <a:gd name="T91" fmla="*/ 89 h 199"/>
                          <a:gd name="T92" fmla="*/ 50 w 134"/>
                          <a:gd name="T93" fmla="*/ 88 h 199"/>
                          <a:gd name="T94" fmla="*/ 50 w 134"/>
                          <a:gd name="T95" fmla="*/ 87 h 199"/>
                          <a:gd name="T96" fmla="*/ 50 w 134"/>
                          <a:gd name="T97" fmla="*/ 87 h 199"/>
                          <a:gd name="T98" fmla="*/ 50 w 134"/>
                          <a:gd name="T99" fmla="*/ 86 h 199"/>
                          <a:gd name="T100" fmla="*/ 50 w 134"/>
                          <a:gd name="T101" fmla="*/ 85 h 199"/>
                          <a:gd name="T102" fmla="*/ 50 w 134"/>
                          <a:gd name="T103" fmla="*/ 85 h 199"/>
                          <a:gd name="T104" fmla="*/ 50 w 134"/>
                          <a:gd name="T105" fmla="*/ 84 h 199"/>
                          <a:gd name="T106" fmla="*/ 50 w 134"/>
                          <a:gd name="T107" fmla="*/ 84 h 199"/>
                          <a:gd name="T108" fmla="*/ 56 w 134"/>
                          <a:gd name="T109" fmla="*/ 33 h 199"/>
                          <a:gd name="T110" fmla="*/ 31 w 134"/>
                          <a:gd name="T111" fmla="*/ 46 h 199"/>
                          <a:gd name="T112" fmla="*/ 23 w 134"/>
                          <a:gd name="T113" fmla="*/ 89 h 199"/>
                          <a:gd name="T114" fmla="*/ 10 w 134"/>
                          <a:gd name="T115" fmla="*/ 98 h 199"/>
                          <a:gd name="T116" fmla="*/ 1 w 134"/>
                          <a:gd name="T117" fmla="*/ 84 h 19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</a:cxnLst>
                        <a:rect l="0" t="0" r="r" b="b"/>
                        <a:pathLst>
                          <a:path w="134" h="199">
                            <a:moveTo>
                              <a:pt x="1" y="84"/>
                            </a:moveTo>
                            <a:cubicBezTo>
                              <a:pt x="10" y="36"/>
                              <a:pt x="10" y="36"/>
                              <a:pt x="10" y="36"/>
                            </a:cubicBezTo>
                            <a:cubicBezTo>
                              <a:pt x="11" y="33"/>
                              <a:pt x="13" y="30"/>
                              <a:pt x="15" y="29"/>
                            </a:cubicBezTo>
                            <a:cubicBezTo>
                              <a:pt x="61" y="2"/>
                              <a:pt x="61" y="2"/>
                              <a:pt x="61" y="2"/>
                            </a:cubicBezTo>
                            <a:cubicBezTo>
                              <a:pt x="61" y="2"/>
                              <a:pt x="62" y="2"/>
                              <a:pt x="62" y="2"/>
                            </a:cubicBezTo>
                            <a:cubicBezTo>
                              <a:pt x="62" y="2"/>
                              <a:pt x="62" y="2"/>
                              <a:pt x="62" y="1"/>
                            </a:cubicBezTo>
                            <a:cubicBezTo>
                              <a:pt x="62" y="1"/>
                              <a:pt x="63" y="1"/>
                              <a:pt x="63" y="1"/>
                            </a:cubicBezTo>
                            <a:cubicBezTo>
                              <a:pt x="63" y="1"/>
                              <a:pt x="63" y="1"/>
                              <a:pt x="63" y="1"/>
                            </a:cubicBezTo>
                            <a:cubicBezTo>
                              <a:pt x="63" y="1"/>
                              <a:pt x="64" y="1"/>
                              <a:pt x="64" y="1"/>
                            </a:cubicBezTo>
                            <a:cubicBezTo>
                              <a:pt x="64" y="1"/>
                              <a:pt x="64" y="1"/>
                              <a:pt x="64" y="1"/>
                            </a:cubicBezTo>
                            <a:cubicBezTo>
                              <a:pt x="64" y="1"/>
                              <a:pt x="65" y="1"/>
                              <a:pt x="65" y="1"/>
                            </a:cubicBezTo>
                            <a:cubicBezTo>
                              <a:pt x="65" y="0"/>
                              <a:pt x="65" y="0"/>
                              <a:pt x="65" y="0"/>
                            </a:cubicBezTo>
                            <a:cubicBezTo>
                              <a:pt x="65" y="0"/>
                              <a:pt x="66" y="0"/>
                              <a:pt x="66" y="0"/>
                            </a:cubicBezTo>
                            <a:cubicBezTo>
                              <a:pt x="66" y="0"/>
                              <a:pt x="66" y="0"/>
                              <a:pt x="66" y="0"/>
                            </a:cubicBezTo>
                            <a:cubicBezTo>
                              <a:pt x="66" y="0"/>
                              <a:pt x="67" y="0"/>
                              <a:pt x="67" y="0"/>
                            </a:cubicBezTo>
                            <a:cubicBezTo>
                              <a:pt x="67" y="0"/>
                              <a:pt x="67" y="0"/>
                              <a:pt x="67" y="0"/>
                            </a:cubicBezTo>
                            <a:cubicBezTo>
                              <a:pt x="67" y="0"/>
                              <a:pt x="68" y="0"/>
                              <a:pt x="68" y="0"/>
                            </a:cubicBezTo>
                            <a:cubicBezTo>
                              <a:pt x="68" y="0"/>
                              <a:pt x="68" y="0"/>
                              <a:pt x="68" y="0"/>
                            </a:cubicBezTo>
                            <a:cubicBezTo>
                              <a:pt x="69" y="0"/>
                              <a:pt x="69" y="0"/>
                              <a:pt x="69" y="0"/>
                            </a:cubicBezTo>
                            <a:cubicBezTo>
                              <a:pt x="69" y="1"/>
                              <a:pt x="69" y="1"/>
                              <a:pt x="69" y="1"/>
                            </a:cubicBezTo>
                            <a:cubicBezTo>
                              <a:pt x="70" y="1"/>
                              <a:pt x="70" y="1"/>
                              <a:pt x="70" y="1"/>
                            </a:cubicBezTo>
                            <a:cubicBezTo>
                              <a:pt x="70" y="1"/>
                              <a:pt x="70" y="1"/>
                              <a:pt x="70" y="1"/>
                            </a:cubicBezTo>
                            <a:cubicBezTo>
                              <a:pt x="92" y="9"/>
                              <a:pt x="92" y="9"/>
                              <a:pt x="92" y="9"/>
                            </a:cubicBezTo>
                            <a:cubicBezTo>
                              <a:pt x="97" y="10"/>
                              <a:pt x="100" y="16"/>
                              <a:pt x="99" y="21"/>
                            </a:cubicBezTo>
                            <a:cubicBezTo>
                              <a:pt x="92" y="89"/>
                              <a:pt x="92" y="89"/>
                              <a:pt x="92" y="89"/>
                            </a:cubicBezTo>
                            <a:cubicBezTo>
                              <a:pt x="92" y="89"/>
                              <a:pt x="92" y="90"/>
                              <a:pt x="92" y="90"/>
                            </a:cubicBezTo>
                            <a:cubicBezTo>
                              <a:pt x="129" y="113"/>
                              <a:pt x="129" y="113"/>
                              <a:pt x="129" y="113"/>
                            </a:cubicBezTo>
                            <a:cubicBezTo>
                              <a:pt x="132" y="115"/>
                              <a:pt x="134" y="119"/>
                              <a:pt x="134" y="123"/>
                            </a:cubicBezTo>
                            <a:cubicBezTo>
                              <a:pt x="127" y="188"/>
                              <a:pt x="127" y="188"/>
                              <a:pt x="127" y="188"/>
                            </a:cubicBezTo>
                            <a:cubicBezTo>
                              <a:pt x="127" y="194"/>
                              <a:pt x="122" y="199"/>
                              <a:pt x="116" y="199"/>
                            </a:cubicBezTo>
                            <a:cubicBezTo>
                              <a:pt x="110" y="199"/>
                              <a:pt x="105" y="194"/>
                              <a:pt x="105" y="187"/>
                            </a:cubicBezTo>
                            <a:cubicBezTo>
                              <a:pt x="112" y="130"/>
                              <a:pt x="112" y="130"/>
                              <a:pt x="112" y="130"/>
                            </a:cubicBezTo>
                            <a:cubicBezTo>
                              <a:pt x="56" y="96"/>
                              <a:pt x="56" y="96"/>
                              <a:pt x="56" y="96"/>
                            </a:cubicBezTo>
                            <a:cubicBezTo>
                              <a:pt x="55" y="96"/>
                              <a:pt x="55" y="95"/>
                              <a:pt x="55" y="95"/>
                            </a:cubicBezTo>
                            <a:cubicBezTo>
                              <a:pt x="55" y="95"/>
                              <a:pt x="55" y="95"/>
                              <a:pt x="55" y="95"/>
                            </a:cubicBezTo>
                            <a:cubicBezTo>
                              <a:pt x="54" y="95"/>
                              <a:pt x="54" y="95"/>
                              <a:pt x="54" y="95"/>
                            </a:cubicBezTo>
                            <a:cubicBezTo>
                              <a:pt x="54" y="95"/>
                              <a:pt x="54" y="95"/>
                              <a:pt x="54" y="95"/>
                            </a:cubicBezTo>
                            <a:cubicBezTo>
                              <a:pt x="54" y="94"/>
                              <a:pt x="53" y="94"/>
                              <a:pt x="53" y="94"/>
                            </a:cubicBezTo>
                            <a:cubicBezTo>
                              <a:pt x="53" y="94"/>
                              <a:pt x="53" y="94"/>
                              <a:pt x="53" y="94"/>
                            </a:cubicBezTo>
                            <a:cubicBezTo>
                              <a:pt x="53" y="93"/>
                              <a:pt x="53" y="93"/>
                              <a:pt x="52" y="93"/>
                            </a:cubicBezTo>
                            <a:cubicBezTo>
                              <a:pt x="52" y="93"/>
                              <a:pt x="52" y="93"/>
                              <a:pt x="52" y="93"/>
                            </a:cubicBezTo>
                            <a:cubicBezTo>
                              <a:pt x="52" y="93"/>
                              <a:pt x="52" y="93"/>
                              <a:pt x="52" y="93"/>
                            </a:cubicBezTo>
                            <a:cubicBezTo>
                              <a:pt x="52" y="92"/>
                              <a:pt x="51" y="91"/>
                              <a:pt x="51" y="90"/>
                            </a:cubicBezTo>
                            <a:cubicBezTo>
                              <a:pt x="51" y="90"/>
                              <a:pt x="51" y="90"/>
                              <a:pt x="51" y="90"/>
                            </a:cubicBezTo>
                            <a:cubicBezTo>
                              <a:pt x="51" y="89"/>
                              <a:pt x="50" y="89"/>
                              <a:pt x="50" y="89"/>
                            </a:cubicBezTo>
                            <a:cubicBezTo>
                              <a:pt x="50" y="89"/>
                              <a:pt x="50" y="89"/>
                              <a:pt x="50" y="89"/>
                            </a:cubicBezTo>
                            <a:cubicBezTo>
                              <a:pt x="50" y="88"/>
                              <a:pt x="50" y="88"/>
                              <a:pt x="50" y="88"/>
                            </a:cubicBezTo>
                            <a:cubicBezTo>
                              <a:pt x="50" y="88"/>
                              <a:pt x="50" y="88"/>
                              <a:pt x="50" y="87"/>
                            </a:cubicBezTo>
                            <a:cubicBezTo>
                              <a:pt x="50" y="87"/>
                              <a:pt x="50" y="87"/>
                              <a:pt x="50" y="87"/>
                            </a:cubicBezTo>
                            <a:cubicBezTo>
                              <a:pt x="50" y="86"/>
                              <a:pt x="50" y="86"/>
                              <a:pt x="50" y="86"/>
                            </a:cubicBezTo>
                            <a:cubicBezTo>
                              <a:pt x="50" y="86"/>
                              <a:pt x="50" y="86"/>
                              <a:pt x="50" y="85"/>
                            </a:cubicBezTo>
                            <a:cubicBezTo>
                              <a:pt x="50" y="85"/>
                              <a:pt x="50" y="85"/>
                              <a:pt x="50" y="85"/>
                            </a:cubicBezTo>
                            <a:cubicBezTo>
                              <a:pt x="50" y="85"/>
                              <a:pt x="50" y="85"/>
                              <a:pt x="50" y="84"/>
                            </a:cubicBezTo>
                            <a:cubicBezTo>
                              <a:pt x="50" y="84"/>
                              <a:pt x="50" y="84"/>
                              <a:pt x="50" y="84"/>
                            </a:cubicBezTo>
                            <a:cubicBezTo>
                              <a:pt x="56" y="33"/>
                              <a:pt x="56" y="33"/>
                              <a:pt x="56" y="33"/>
                            </a:cubicBezTo>
                            <a:cubicBezTo>
                              <a:pt x="31" y="46"/>
                              <a:pt x="31" y="46"/>
                              <a:pt x="31" y="46"/>
                            </a:cubicBezTo>
                            <a:cubicBezTo>
                              <a:pt x="23" y="89"/>
                              <a:pt x="23" y="89"/>
                              <a:pt x="23" y="89"/>
                            </a:cubicBezTo>
                            <a:cubicBezTo>
                              <a:pt x="21" y="95"/>
                              <a:pt x="15" y="99"/>
                              <a:pt x="10" y="98"/>
                            </a:cubicBezTo>
                            <a:cubicBezTo>
                              <a:pt x="4" y="96"/>
                              <a:pt x="0" y="90"/>
                              <a:pt x="1" y="84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0" name="ïSľïḋè">
                        <a:extLst>
                          <a:ext uri="{FF2B5EF4-FFF2-40B4-BE49-F238E27FC236}">
                            <a16:creationId xmlns:a16="http://schemas.microsoft.com/office/drawing/2014/main" id="{76C18929-0AB5-2D05-2120-0C5260F1BF7F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389505" y="5039915"/>
                        <a:ext cx="132047" cy="476761"/>
                      </a:xfrm>
                      <a:custGeom>
                        <a:avLst/>
                        <a:gdLst>
                          <a:gd name="T0" fmla="*/ 1 w 40"/>
                          <a:gd name="T1" fmla="*/ 131 h 145"/>
                          <a:gd name="T2" fmla="*/ 19 w 40"/>
                          <a:gd name="T3" fmla="*/ 1 h 145"/>
                          <a:gd name="T4" fmla="*/ 20 w 40"/>
                          <a:gd name="T5" fmla="*/ 0 h 145"/>
                          <a:gd name="T6" fmla="*/ 40 w 40"/>
                          <a:gd name="T7" fmla="*/ 12 h 145"/>
                          <a:gd name="T8" fmla="*/ 23 w 40"/>
                          <a:gd name="T9" fmla="*/ 135 h 145"/>
                          <a:gd name="T10" fmla="*/ 10 w 40"/>
                          <a:gd name="T11" fmla="*/ 144 h 145"/>
                          <a:gd name="T12" fmla="*/ 1 w 40"/>
                          <a:gd name="T13" fmla="*/ 131 h 14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40" h="145">
                            <a:moveTo>
                              <a:pt x="1" y="131"/>
                            </a:moveTo>
                            <a:cubicBezTo>
                              <a:pt x="19" y="1"/>
                              <a:pt x="19" y="1"/>
                              <a:pt x="19" y="1"/>
                            </a:cubicBezTo>
                            <a:cubicBezTo>
                              <a:pt x="19" y="0"/>
                              <a:pt x="20" y="0"/>
                              <a:pt x="20" y="0"/>
                            </a:cubicBezTo>
                            <a:cubicBezTo>
                              <a:pt x="40" y="12"/>
                              <a:pt x="40" y="12"/>
                              <a:pt x="40" y="12"/>
                            </a:cubicBezTo>
                            <a:cubicBezTo>
                              <a:pt x="23" y="135"/>
                              <a:pt x="23" y="135"/>
                              <a:pt x="23" y="135"/>
                            </a:cubicBezTo>
                            <a:cubicBezTo>
                              <a:pt x="22" y="141"/>
                              <a:pt x="16" y="145"/>
                              <a:pt x="10" y="144"/>
                            </a:cubicBezTo>
                            <a:cubicBezTo>
                              <a:pt x="4" y="143"/>
                              <a:pt x="0" y="137"/>
                              <a:pt x="1" y="131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925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1" name="ï$lïḓe">
                        <a:extLst>
                          <a:ext uri="{FF2B5EF4-FFF2-40B4-BE49-F238E27FC236}">
                            <a16:creationId xmlns:a16="http://schemas.microsoft.com/office/drawing/2014/main" id="{12D62C6A-00BD-D91E-2579-53C5BA59C44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603561" y="4849489"/>
                        <a:ext cx="125098" cy="141777"/>
                      </a:xfrm>
                      <a:custGeom>
                        <a:avLst/>
                        <a:gdLst>
                          <a:gd name="T0" fmla="*/ 3 w 38"/>
                          <a:gd name="T1" fmla="*/ 0 h 43"/>
                          <a:gd name="T2" fmla="*/ 32 w 38"/>
                          <a:gd name="T3" fmla="*/ 20 h 43"/>
                          <a:gd name="T4" fmla="*/ 35 w 38"/>
                          <a:gd name="T5" fmla="*/ 36 h 43"/>
                          <a:gd name="T6" fmla="*/ 20 w 38"/>
                          <a:gd name="T7" fmla="*/ 39 h 43"/>
                          <a:gd name="T8" fmla="*/ 0 w 38"/>
                          <a:gd name="T9" fmla="*/ 25 h 43"/>
                          <a:gd name="T10" fmla="*/ 3 w 38"/>
                          <a:gd name="T11" fmla="*/ 0 h 4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</a:cxnLst>
                        <a:rect l="0" t="0" r="r" b="b"/>
                        <a:pathLst>
                          <a:path w="38" h="43">
                            <a:moveTo>
                              <a:pt x="3" y="0"/>
                            </a:moveTo>
                            <a:cubicBezTo>
                              <a:pt x="32" y="20"/>
                              <a:pt x="32" y="20"/>
                              <a:pt x="32" y="20"/>
                            </a:cubicBezTo>
                            <a:cubicBezTo>
                              <a:pt x="37" y="23"/>
                              <a:pt x="38" y="30"/>
                              <a:pt x="35" y="36"/>
                            </a:cubicBezTo>
                            <a:cubicBezTo>
                              <a:pt x="32" y="41"/>
                              <a:pt x="25" y="43"/>
                              <a:pt x="20" y="39"/>
                            </a:cubicBezTo>
                            <a:cubicBezTo>
                              <a:pt x="0" y="25"/>
                              <a:pt x="0" y="25"/>
                              <a:pt x="0" y="25"/>
                            </a:cubicBezTo>
                            <a:lnTo>
                              <a:pt x="3" y="0"/>
                            </a:ln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49" name="í$ḻiḍè">
                      <a:extLst>
                        <a:ext uri="{FF2B5EF4-FFF2-40B4-BE49-F238E27FC236}">
                          <a16:creationId xmlns:a16="http://schemas.microsoft.com/office/drawing/2014/main" id="{D721F916-5449-5FD2-BFF1-CE0165434E6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065983" y="1458301"/>
                      <a:ext cx="1287520" cy="1626971"/>
                    </a:xfrm>
                    <a:custGeom>
                      <a:avLst/>
                      <a:gdLst>
                        <a:gd name="T0" fmla="*/ 148 w 613"/>
                        <a:gd name="T1" fmla="*/ 648 h 650"/>
                        <a:gd name="T2" fmla="*/ 108 w 613"/>
                        <a:gd name="T3" fmla="*/ 594 h 650"/>
                        <a:gd name="T4" fmla="*/ 233 w 613"/>
                        <a:gd name="T5" fmla="*/ 80 h 650"/>
                        <a:gd name="T6" fmla="*/ 366 w 613"/>
                        <a:gd name="T7" fmla="*/ 30 h 650"/>
                        <a:gd name="T8" fmla="*/ 534 w 613"/>
                        <a:gd name="T9" fmla="*/ 41 h 650"/>
                        <a:gd name="T10" fmla="*/ 550 w 613"/>
                        <a:gd name="T11" fmla="*/ 0 h 650"/>
                        <a:gd name="T12" fmla="*/ 613 w 613"/>
                        <a:gd name="T13" fmla="*/ 81 h 650"/>
                        <a:gd name="T14" fmla="*/ 512 w 613"/>
                        <a:gd name="T15" fmla="*/ 95 h 650"/>
                        <a:gd name="T16" fmla="*/ 529 w 613"/>
                        <a:gd name="T17" fmla="*/ 51 h 650"/>
                        <a:gd name="T18" fmla="*/ 368 w 613"/>
                        <a:gd name="T19" fmla="*/ 42 h 650"/>
                        <a:gd name="T20" fmla="*/ 239 w 613"/>
                        <a:gd name="T21" fmla="*/ 90 h 650"/>
                        <a:gd name="T22" fmla="*/ 75 w 613"/>
                        <a:gd name="T23" fmla="*/ 314 h 650"/>
                        <a:gd name="T24" fmla="*/ 118 w 613"/>
                        <a:gd name="T25" fmla="*/ 588 h 650"/>
                        <a:gd name="T26" fmla="*/ 156 w 613"/>
                        <a:gd name="T27" fmla="*/ 641 h 650"/>
                        <a:gd name="T28" fmla="*/ 158 w 613"/>
                        <a:gd name="T29" fmla="*/ 642 h 650"/>
                        <a:gd name="T30" fmla="*/ 149 w 613"/>
                        <a:gd name="T31" fmla="*/ 650 h 650"/>
                        <a:gd name="T32" fmla="*/ 148 w 613"/>
                        <a:gd name="T33" fmla="*/ 648 h 6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13" h="650">
                          <a:moveTo>
                            <a:pt x="148" y="648"/>
                          </a:moveTo>
                          <a:cubicBezTo>
                            <a:pt x="133" y="631"/>
                            <a:pt x="119" y="613"/>
                            <a:pt x="108" y="594"/>
                          </a:cubicBezTo>
                          <a:cubicBezTo>
                            <a:pt x="0" y="418"/>
                            <a:pt x="56" y="187"/>
                            <a:pt x="233" y="80"/>
                          </a:cubicBezTo>
                          <a:cubicBezTo>
                            <a:pt x="274" y="55"/>
                            <a:pt x="319" y="38"/>
                            <a:pt x="366" y="30"/>
                          </a:cubicBezTo>
                          <a:cubicBezTo>
                            <a:pt x="422" y="21"/>
                            <a:pt x="479" y="25"/>
                            <a:pt x="534" y="41"/>
                          </a:cubicBezTo>
                          <a:cubicBezTo>
                            <a:pt x="550" y="0"/>
                            <a:pt x="550" y="0"/>
                            <a:pt x="550" y="0"/>
                          </a:cubicBezTo>
                          <a:cubicBezTo>
                            <a:pt x="613" y="81"/>
                            <a:pt x="613" y="81"/>
                            <a:pt x="613" y="81"/>
                          </a:cubicBezTo>
                          <a:cubicBezTo>
                            <a:pt x="512" y="95"/>
                            <a:pt x="512" y="95"/>
                            <a:pt x="512" y="95"/>
                          </a:cubicBezTo>
                          <a:cubicBezTo>
                            <a:pt x="529" y="51"/>
                            <a:pt x="529" y="51"/>
                            <a:pt x="529" y="51"/>
                          </a:cubicBezTo>
                          <a:cubicBezTo>
                            <a:pt x="477" y="36"/>
                            <a:pt x="421" y="33"/>
                            <a:pt x="368" y="42"/>
                          </a:cubicBezTo>
                          <a:cubicBezTo>
                            <a:pt x="322" y="49"/>
                            <a:pt x="279" y="65"/>
                            <a:pt x="239" y="90"/>
                          </a:cubicBezTo>
                          <a:cubicBezTo>
                            <a:pt x="156" y="140"/>
                            <a:pt x="98" y="220"/>
                            <a:pt x="75" y="314"/>
                          </a:cubicBezTo>
                          <a:cubicBezTo>
                            <a:pt x="52" y="408"/>
                            <a:pt x="67" y="505"/>
                            <a:pt x="118" y="588"/>
                          </a:cubicBezTo>
                          <a:cubicBezTo>
                            <a:pt x="129" y="607"/>
                            <a:pt x="142" y="624"/>
                            <a:pt x="156" y="641"/>
                          </a:cubicBezTo>
                          <a:cubicBezTo>
                            <a:pt x="158" y="642"/>
                            <a:pt x="158" y="642"/>
                            <a:pt x="158" y="642"/>
                          </a:cubicBezTo>
                          <a:cubicBezTo>
                            <a:pt x="149" y="650"/>
                            <a:pt x="149" y="650"/>
                            <a:pt x="149" y="650"/>
                          </a:cubicBezTo>
                          <a:lnTo>
                            <a:pt x="148" y="64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0" name="î$líḋè">
                      <a:extLst>
                        <a:ext uri="{FF2B5EF4-FFF2-40B4-BE49-F238E27FC236}">
                          <a16:creationId xmlns:a16="http://schemas.microsoft.com/office/drawing/2014/main" id="{6A4CAE64-6E47-6927-E2DE-B801B1CB671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38932" y="6238274"/>
                      <a:ext cx="1500591" cy="619726"/>
                    </a:xfrm>
                    <a:custGeom>
                      <a:avLst/>
                      <a:gdLst>
                        <a:gd name="T0" fmla="*/ 485 w 488"/>
                        <a:gd name="T1" fmla="*/ 0 h 202"/>
                        <a:gd name="T2" fmla="*/ 249 w 488"/>
                        <a:gd name="T3" fmla="*/ 6 h 202"/>
                        <a:gd name="T4" fmla="*/ 0 w 488"/>
                        <a:gd name="T5" fmla="*/ 183 h 202"/>
                        <a:gd name="T6" fmla="*/ 9 w 488"/>
                        <a:gd name="T7" fmla="*/ 202 h 202"/>
                        <a:gd name="T8" fmla="*/ 254 w 488"/>
                        <a:gd name="T9" fmla="*/ 28 h 202"/>
                        <a:gd name="T10" fmla="*/ 488 w 488"/>
                        <a:gd name="T11" fmla="*/ 21 h 202"/>
                        <a:gd name="T12" fmla="*/ 485 w 488"/>
                        <a:gd name="T13" fmla="*/ 0 h 20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88" h="202">
                          <a:moveTo>
                            <a:pt x="485" y="0"/>
                          </a:moveTo>
                          <a:cubicBezTo>
                            <a:pt x="249" y="6"/>
                            <a:pt x="249" y="6"/>
                            <a:pt x="249" y="6"/>
                          </a:cubicBezTo>
                          <a:cubicBezTo>
                            <a:pt x="0" y="183"/>
                            <a:pt x="0" y="183"/>
                            <a:pt x="0" y="183"/>
                          </a:cubicBezTo>
                          <a:cubicBezTo>
                            <a:pt x="9" y="202"/>
                            <a:pt x="9" y="202"/>
                            <a:pt x="9" y="202"/>
                          </a:cubicBezTo>
                          <a:cubicBezTo>
                            <a:pt x="254" y="28"/>
                            <a:pt x="254" y="28"/>
                            <a:pt x="254" y="28"/>
                          </a:cubicBezTo>
                          <a:cubicBezTo>
                            <a:pt x="488" y="21"/>
                            <a:pt x="488" y="21"/>
                            <a:pt x="488" y="21"/>
                          </a:cubicBezTo>
                          <a:cubicBezTo>
                            <a:pt x="487" y="14"/>
                            <a:pt x="486" y="7"/>
                            <a:pt x="485" y="0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655347250">
                            <a:custGeom>
                              <a:avLst/>
                              <a:gdLst>
                                <a:gd name="connsiteX0" fmla="*/ 860980 w 866265"/>
                                <a:gd name="connsiteY0" fmla="*/ 0 h 357757"/>
                                <a:gd name="connsiteX1" fmla="*/ 441968 w 866265"/>
                                <a:gd name="connsiteY1" fmla="*/ 10625 h 357757"/>
                                <a:gd name="connsiteX2" fmla="*/ 0 w 866265"/>
                                <a:gd name="connsiteY2" fmla="*/ 324092 h 357757"/>
                                <a:gd name="connsiteX3" fmla="*/ 15939 w 866265"/>
                                <a:gd name="connsiteY3" fmla="*/ 357757 h 357757"/>
                                <a:gd name="connsiteX4" fmla="*/ 450890 w 866265"/>
                                <a:gd name="connsiteY4" fmla="*/ 49585 h 357757"/>
                                <a:gd name="connsiteX5" fmla="*/ 866264 w 866265"/>
                                <a:gd name="connsiteY5" fmla="*/ 37206 h 357757"/>
                                <a:gd name="connsiteX6" fmla="*/ 860980 w 866265"/>
                                <a:gd name="connsiteY6" fmla="*/ 0 h 3577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866265" h="357757" fill="none" extrusionOk="0">
                                  <a:moveTo>
                                    <a:pt x="860980" y="0"/>
                                  </a:moveTo>
                                  <a:cubicBezTo>
                                    <a:pt x="665272" y="29838"/>
                                    <a:pt x="602238" y="-31290"/>
                                    <a:pt x="441968" y="10625"/>
                                  </a:cubicBezTo>
                                  <a:cubicBezTo>
                                    <a:pt x="297043" y="140698"/>
                                    <a:pt x="100925" y="180223"/>
                                    <a:pt x="0" y="324092"/>
                                  </a:cubicBezTo>
                                  <a:cubicBezTo>
                                    <a:pt x="6440" y="331820"/>
                                    <a:pt x="10105" y="347982"/>
                                    <a:pt x="15939" y="357757"/>
                                  </a:cubicBezTo>
                                  <a:cubicBezTo>
                                    <a:pt x="183032" y="177269"/>
                                    <a:pt x="328176" y="195780"/>
                                    <a:pt x="450890" y="49585"/>
                                  </a:cubicBezTo>
                                  <a:cubicBezTo>
                                    <a:pt x="574733" y="9085"/>
                                    <a:pt x="703983" y="81000"/>
                                    <a:pt x="866264" y="37206"/>
                                  </a:cubicBezTo>
                                  <a:cubicBezTo>
                                    <a:pt x="864997" y="23874"/>
                                    <a:pt x="863085" y="13569"/>
                                    <a:pt x="860980" y="0"/>
                                  </a:cubicBezTo>
                                  <a:close/>
                                </a:path>
                                <a:path w="866265" h="357757" stroke="0" extrusionOk="0">
                                  <a:moveTo>
                                    <a:pt x="860980" y="0"/>
                                  </a:moveTo>
                                  <a:cubicBezTo>
                                    <a:pt x="738556" y="15732"/>
                                    <a:pt x="581978" y="-40778"/>
                                    <a:pt x="441968" y="10625"/>
                                  </a:cubicBezTo>
                                  <a:cubicBezTo>
                                    <a:pt x="368536" y="125538"/>
                                    <a:pt x="159464" y="152359"/>
                                    <a:pt x="0" y="324092"/>
                                  </a:cubicBezTo>
                                  <a:cubicBezTo>
                                    <a:pt x="6659" y="331938"/>
                                    <a:pt x="5635" y="342338"/>
                                    <a:pt x="15939" y="357757"/>
                                  </a:cubicBezTo>
                                  <a:cubicBezTo>
                                    <a:pt x="183296" y="187283"/>
                                    <a:pt x="333821" y="192797"/>
                                    <a:pt x="450890" y="49585"/>
                                  </a:cubicBezTo>
                                  <a:cubicBezTo>
                                    <a:pt x="556999" y="38567"/>
                                    <a:pt x="717393" y="87823"/>
                                    <a:pt x="866264" y="37206"/>
                                  </a:cubicBezTo>
                                  <a:cubicBezTo>
                                    <a:pt x="864175" y="23680"/>
                                    <a:pt x="862171" y="10529"/>
                                    <a:pt x="860980" y="0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1" name="iṥḻíḓé">
                      <a:extLst>
                        <a:ext uri="{FF2B5EF4-FFF2-40B4-BE49-F238E27FC236}">
                          <a16:creationId xmlns:a16="http://schemas.microsoft.com/office/drawing/2014/main" id="{1D5077C9-8100-4E8E-D06A-E175176F4BAB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190313" y="4553196"/>
                      <a:ext cx="1008189" cy="1494095"/>
                    </a:xfrm>
                    <a:custGeom>
                      <a:avLst/>
                      <a:gdLst>
                        <a:gd name="T0" fmla="*/ 244 w 328"/>
                        <a:gd name="T1" fmla="*/ 6 h 486"/>
                        <a:gd name="T2" fmla="*/ 303 w 328"/>
                        <a:gd name="T3" fmla="*/ 218 h 486"/>
                        <a:gd name="T4" fmla="*/ 48 w 328"/>
                        <a:gd name="T5" fmla="*/ 373 h 486"/>
                        <a:gd name="T6" fmla="*/ 0 w 328"/>
                        <a:gd name="T7" fmla="*/ 472 h 486"/>
                        <a:gd name="T8" fmla="*/ 17 w 328"/>
                        <a:gd name="T9" fmla="*/ 486 h 486"/>
                        <a:gd name="T10" fmla="*/ 65 w 328"/>
                        <a:gd name="T11" fmla="*/ 388 h 486"/>
                        <a:gd name="T12" fmla="*/ 328 w 328"/>
                        <a:gd name="T13" fmla="*/ 228 h 486"/>
                        <a:gd name="T14" fmla="*/ 264 w 328"/>
                        <a:gd name="T15" fmla="*/ 0 h 486"/>
                        <a:gd name="T16" fmla="*/ 244 w 328"/>
                        <a:gd name="T17" fmla="*/ 6 h 48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328" h="486">
                          <a:moveTo>
                            <a:pt x="244" y="6"/>
                          </a:moveTo>
                          <a:cubicBezTo>
                            <a:pt x="303" y="218"/>
                            <a:pt x="303" y="218"/>
                            <a:pt x="303" y="218"/>
                          </a:cubicBezTo>
                          <a:cubicBezTo>
                            <a:pt x="48" y="373"/>
                            <a:pt x="48" y="373"/>
                            <a:pt x="48" y="373"/>
                          </a:cubicBezTo>
                          <a:cubicBezTo>
                            <a:pt x="0" y="472"/>
                            <a:pt x="0" y="472"/>
                            <a:pt x="0" y="472"/>
                          </a:cubicBezTo>
                          <a:cubicBezTo>
                            <a:pt x="6" y="476"/>
                            <a:pt x="12" y="480"/>
                            <a:pt x="17" y="486"/>
                          </a:cubicBezTo>
                          <a:cubicBezTo>
                            <a:pt x="65" y="388"/>
                            <a:pt x="65" y="388"/>
                            <a:pt x="65" y="388"/>
                          </a:cubicBezTo>
                          <a:cubicBezTo>
                            <a:pt x="328" y="228"/>
                            <a:pt x="328" y="228"/>
                            <a:pt x="328" y="228"/>
                          </a:cubicBezTo>
                          <a:cubicBezTo>
                            <a:pt x="264" y="0"/>
                            <a:pt x="264" y="0"/>
                            <a:pt x="264" y="0"/>
                          </a:cubicBezTo>
                          <a:cubicBezTo>
                            <a:pt x="258" y="3"/>
                            <a:pt x="251" y="5"/>
                            <a:pt x="244" y="6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1445126873">
                            <a:custGeom>
                              <a:avLst/>
                              <a:gdLst>
                                <a:gd name="connsiteX0" fmla="*/ 432957 w 582010"/>
                                <a:gd name="connsiteY0" fmla="*/ 10608 h 862515"/>
                                <a:gd name="connsiteX1" fmla="*/ 537660 w 582010"/>
                                <a:gd name="connsiteY1" fmla="*/ 386924 h 862515"/>
                                <a:gd name="connsiteX2" fmla="*/ 85148 w 582010"/>
                                <a:gd name="connsiteY2" fmla="*/ 661980 h 862515"/>
                                <a:gd name="connsiteX3" fmla="*/ 0 w 582010"/>
                                <a:gd name="connsiteY3" fmla="*/ 837674 h 862515"/>
                                <a:gd name="connsiteX4" fmla="*/ 30148 w 582010"/>
                                <a:gd name="connsiteY4" fmla="*/ 862514 h 862515"/>
                                <a:gd name="connsiteX5" fmla="*/ 115354 w 582010"/>
                                <a:gd name="connsiteY5" fmla="*/ 688631 h 862515"/>
                                <a:gd name="connsiteX6" fmla="*/ 582010 w 582010"/>
                                <a:gd name="connsiteY6" fmla="*/ 404605 h 862515"/>
                                <a:gd name="connsiteX7" fmla="*/ 468459 w 582010"/>
                                <a:gd name="connsiteY7" fmla="*/ 0 h 862515"/>
                                <a:gd name="connsiteX8" fmla="*/ 432957 w 582010"/>
                                <a:gd name="connsiteY8" fmla="*/ 10608 h 86251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</a:cxnLst>
                              <a:rect l="l" t="t" r="r" b="b"/>
                              <a:pathLst>
                                <a:path w="582010" h="862515" fill="none" extrusionOk="0">
                                  <a:moveTo>
                                    <a:pt x="432957" y="10608"/>
                                  </a:moveTo>
                                  <a:cubicBezTo>
                                    <a:pt x="498246" y="124081"/>
                                    <a:pt x="468095" y="270077"/>
                                    <a:pt x="537660" y="386924"/>
                                  </a:cubicBezTo>
                                  <a:cubicBezTo>
                                    <a:pt x="327370" y="532022"/>
                                    <a:pt x="281496" y="490998"/>
                                    <a:pt x="85148" y="661980"/>
                                  </a:cubicBezTo>
                                  <a:cubicBezTo>
                                    <a:pt x="68853" y="740333"/>
                                    <a:pt x="38198" y="756908"/>
                                    <a:pt x="0" y="837674"/>
                                  </a:cubicBezTo>
                                  <a:cubicBezTo>
                                    <a:pt x="7593" y="844604"/>
                                    <a:pt x="22103" y="851519"/>
                                    <a:pt x="30148" y="862514"/>
                                  </a:cubicBezTo>
                                  <a:cubicBezTo>
                                    <a:pt x="50567" y="805220"/>
                                    <a:pt x="105717" y="755849"/>
                                    <a:pt x="115354" y="688631"/>
                                  </a:cubicBezTo>
                                  <a:cubicBezTo>
                                    <a:pt x="281496" y="581379"/>
                                    <a:pt x="402000" y="583621"/>
                                    <a:pt x="582010" y="404605"/>
                                  </a:cubicBezTo>
                                  <a:cubicBezTo>
                                    <a:pt x="520377" y="268751"/>
                                    <a:pt x="533071" y="114614"/>
                                    <a:pt x="468459" y="0"/>
                                  </a:cubicBezTo>
                                  <a:cubicBezTo>
                                    <a:pt x="458199" y="2844"/>
                                    <a:pt x="445771" y="5610"/>
                                    <a:pt x="432957" y="10608"/>
                                  </a:cubicBezTo>
                                  <a:close/>
                                </a:path>
                                <a:path w="582010" h="862515" stroke="0" extrusionOk="0">
                                  <a:moveTo>
                                    <a:pt x="432957" y="10608"/>
                                  </a:moveTo>
                                  <a:cubicBezTo>
                                    <a:pt x="501372" y="101933"/>
                                    <a:pt x="500015" y="287874"/>
                                    <a:pt x="537660" y="386924"/>
                                  </a:cubicBezTo>
                                  <a:cubicBezTo>
                                    <a:pt x="451353" y="462125"/>
                                    <a:pt x="243737" y="563900"/>
                                    <a:pt x="85148" y="661980"/>
                                  </a:cubicBezTo>
                                  <a:cubicBezTo>
                                    <a:pt x="49770" y="753158"/>
                                    <a:pt x="26657" y="777825"/>
                                    <a:pt x="0" y="837674"/>
                                  </a:cubicBezTo>
                                  <a:cubicBezTo>
                                    <a:pt x="7410" y="845094"/>
                                    <a:pt x="24256" y="853989"/>
                                    <a:pt x="30148" y="862514"/>
                                  </a:cubicBezTo>
                                  <a:cubicBezTo>
                                    <a:pt x="32960" y="817005"/>
                                    <a:pt x="97780" y="749811"/>
                                    <a:pt x="115354" y="688631"/>
                                  </a:cubicBezTo>
                                  <a:cubicBezTo>
                                    <a:pt x="300750" y="567175"/>
                                    <a:pt x="369539" y="575816"/>
                                    <a:pt x="582010" y="404605"/>
                                  </a:cubicBezTo>
                                  <a:cubicBezTo>
                                    <a:pt x="493392" y="253641"/>
                                    <a:pt x="512928" y="127191"/>
                                    <a:pt x="468459" y="0"/>
                                  </a:cubicBezTo>
                                  <a:cubicBezTo>
                                    <a:pt x="459036" y="2164"/>
                                    <a:pt x="446381" y="11194"/>
                                    <a:pt x="432957" y="10608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2" name="ï$ľíḍè">
                      <a:extLst>
                        <a:ext uri="{FF2B5EF4-FFF2-40B4-BE49-F238E27FC236}">
                          <a16:creationId xmlns:a16="http://schemas.microsoft.com/office/drawing/2014/main" id="{0C6028D9-DCC0-8B8D-39D9-7ABD8BACBA1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065982" y="2810952"/>
                      <a:ext cx="1278425" cy="1392756"/>
                    </a:xfrm>
                    <a:custGeom>
                      <a:avLst/>
                      <a:gdLst>
                        <a:gd name="T0" fmla="*/ 403 w 416"/>
                        <a:gd name="T1" fmla="*/ 1 h 453"/>
                        <a:gd name="T2" fmla="*/ 395 w 416"/>
                        <a:gd name="T3" fmla="*/ 1 h 453"/>
                        <a:gd name="T4" fmla="*/ 395 w 416"/>
                        <a:gd name="T5" fmla="*/ 187 h 453"/>
                        <a:gd name="T6" fmla="*/ 0 w 416"/>
                        <a:gd name="T7" fmla="*/ 435 h 453"/>
                        <a:gd name="T8" fmla="*/ 12 w 416"/>
                        <a:gd name="T9" fmla="*/ 453 h 453"/>
                        <a:gd name="T10" fmla="*/ 416 w 416"/>
                        <a:gd name="T11" fmla="*/ 199 h 453"/>
                        <a:gd name="T12" fmla="*/ 416 w 416"/>
                        <a:gd name="T13" fmla="*/ 0 h 453"/>
                        <a:gd name="T14" fmla="*/ 403 w 416"/>
                        <a:gd name="T15" fmla="*/ 1 h 4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16" h="453">
                          <a:moveTo>
                            <a:pt x="403" y="1"/>
                          </a:moveTo>
                          <a:cubicBezTo>
                            <a:pt x="400" y="1"/>
                            <a:pt x="397" y="1"/>
                            <a:pt x="395" y="1"/>
                          </a:cubicBezTo>
                          <a:cubicBezTo>
                            <a:pt x="395" y="187"/>
                            <a:pt x="395" y="187"/>
                            <a:pt x="395" y="187"/>
                          </a:cubicBezTo>
                          <a:cubicBezTo>
                            <a:pt x="0" y="435"/>
                            <a:pt x="0" y="435"/>
                            <a:pt x="0" y="435"/>
                          </a:cubicBezTo>
                          <a:cubicBezTo>
                            <a:pt x="5" y="440"/>
                            <a:pt x="9" y="446"/>
                            <a:pt x="12" y="453"/>
                          </a:cubicBezTo>
                          <a:cubicBezTo>
                            <a:pt x="416" y="199"/>
                            <a:pt x="416" y="199"/>
                            <a:pt x="416" y="199"/>
                          </a:cubicBezTo>
                          <a:cubicBezTo>
                            <a:pt x="416" y="0"/>
                            <a:pt x="416" y="0"/>
                            <a:pt x="416" y="0"/>
                          </a:cubicBezTo>
                          <a:cubicBezTo>
                            <a:pt x="412" y="1"/>
                            <a:pt x="407" y="1"/>
                            <a:pt x="403" y="1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93022028">
                            <a:custGeom>
                              <a:avLst/>
                              <a:gdLst>
                                <a:gd name="connsiteX0" fmla="*/ 714986 w 738013"/>
                                <a:gd name="connsiteY0" fmla="*/ 1768 h 804014"/>
                                <a:gd name="connsiteX1" fmla="*/ 700743 w 738013"/>
                                <a:gd name="connsiteY1" fmla="*/ 1768 h 804014"/>
                                <a:gd name="connsiteX2" fmla="*/ 700743 w 738013"/>
                                <a:gd name="connsiteY2" fmla="*/ 331896 h 804014"/>
                                <a:gd name="connsiteX3" fmla="*/ 357379 w 738013"/>
                                <a:gd name="connsiteY3" fmla="*/ 547593 h 804014"/>
                                <a:gd name="connsiteX4" fmla="*/ 0 w 738013"/>
                                <a:gd name="connsiteY4" fmla="*/ 772094 h 804014"/>
                                <a:gd name="connsiteX5" fmla="*/ 21254 w 738013"/>
                                <a:gd name="connsiteY5" fmla="*/ 804014 h 804014"/>
                                <a:gd name="connsiteX6" fmla="*/ 379634 w 738013"/>
                                <a:gd name="connsiteY6" fmla="*/ 578609 h 804014"/>
                                <a:gd name="connsiteX7" fmla="*/ 738013 w 738013"/>
                                <a:gd name="connsiteY7" fmla="*/ 353203 h 804014"/>
                                <a:gd name="connsiteX8" fmla="*/ 738013 w 738013"/>
                                <a:gd name="connsiteY8" fmla="*/ 0 h 804014"/>
                                <a:gd name="connsiteX9" fmla="*/ 714986 w 738013"/>
                                <a:gd name="connsiteY9" fmla="*/ 1768 h 80401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</a:cxnLst>
                              <a:rect l="l" t="t" r="r" b="b"/>
                              <a:pathLst>
                                <a:path w="738013" h="804014" fill="none" extrusionOk="0">
                                  <a:moveTo>
                                    <a:pt x="714986" y="1768"/>
                                  </a:moveTo>
                                  <a:cubicBezTo>
                                    <a:pt x="709689" y="1237"/>
                                    <a:pt x="704309" y="2148"/>
                                    <a:pt x="700743" y="1768"/>
                                  </a:cubicBezTo>
                                  <a:cubicBezTo>
                                    <a:pt x="711313" y="83191"/>
                                    <a:pt x="707590" y="264413"/>
                                    <a:pt x="700743" y="331896"/>
                                  </a:cubicBezTo>
                                  <a:cubicBezTo>
                                    <a:pt x="549967" y="450096"/>
                                    <a:pt x="505376" y="472675"/>
                                    <a:pt x="357379" y="547593"/>
                                  </a:cubicBezTo>
                                  <a:cubicBezTo>
                                    <a:pt x="209382" y="622511"/>
                                    <a:pt x="182850" y="671402"/>
                                    <a:pt x="0" y="772094"/>
                                  </a:cubicBezTo>
                                  <a:cubicBezTo>
                                    <a:pt x="9928" y="781821"/>
                                    <a:pt x="15723" y="792485"/>
                                    <a:pt x="21254" y="804014"/>
                                  </a:cubicBezTo>
                                  <a:cubicBezTo>
                                    <a:pt x="93794" y="744668"/>
                                    <a:pt x="201933" y="674849"/>
                                    <a:pt x="379634" y="578609"/>
                                  </a:cubicBezTo>
                                  <a:cubicBezTo>
                                    <a:pt x="557335" y="482368"/>
                                    <a:pt x="649960" y="414828"/>
                                    <a:pt x="738013" y="353203"/>
                                  </a:cubicBezTo>
                                  <a:cubicBezTo>
                                    <a:pt x="722667" y="257132"/>
                                    <a:pt x="723212" y="108816"/>
                                    <a:pt x="738013" y="0"/>
                                  </a:cubicBezTo>
                                  <a:cubicBezTo>
                                    <a:pt x="729697" y="1192"/>
                                    <a:pt x="723367" y="1903"/>
                                    <a:pt x="714986" y="1768"/>
                                  </a:cubicBezTo>
                                  <a:close/>
                                </a:path>
                                <a:path w="738013" h="804014" stroke="0" extrusionOk="0">
                                  <a:moveTo>
                                    <a:pt x="714986" y="1768"/>
                                  </a:moveTo>
                                  <a:cubicBezTo>
                                    <a:pt x="708315" y="1863"/>
                                    <a:pt x="707373" y="1767"/>
                                    <a:pt x="700743" y="1768"/>
                                  </a:cubicBezTo>
                                  <a:cubicBezTo>
                                    <a:pt x="713499" y="85973"/>
                                    <a:pt x="717223" y="181623"/>
                                    <a:pt x="700743" y="331896"/>
                                  </a:cubicBezTo>
                                  <a:cubicBezTo>
                                    <a:pt x="587219" y="392900"/>
                                    <a:pt x="454829" y="484634"/>
                                    <a:pt x="350372" y="551995"/>
                                  </a:cubicBezTo>
                                  <a:cubicBezTo>
                                    <a:pt x="245915" y="619355"/>
                                    <a:pt x="79385" y="733156"/>
                                    <a:pt x="0" y="772094"/>
                                  </a:cubicBezTo>
                                  <a:cubicBezTo>
                                    <a:pt x="7411" y="782844"/>
                                    <a:pt x="14382" y="791642"/>
                                    <a:pt x="21254" y="804014"/>
                                  </a:cubicBezTo>
                                  <a:cubicBezTo>
                                    <a:pt x="103253" y="750727"/>
                                    <a:pt x="290024" y="655284"/>
                                    <a:pt x="358131" y="592133"/>
                                  </a:cubicBezTo>
                                  <a:cubicBezTo>
                                    <a:pt x="426238" y="528982"/>
                                    <a:pt x="618214" y="430421"/>
                                    <a:pt x="738013" y="353203"/>
                                  </a:cubicBezTo>
                                  <a:cubicBezTo>
                                    <a:pt x="735633" y="225007"/>
                                    <a:pt x="731873" y="120123"/>
                                    <a:pt x="738013" y="0"/>
                                  </a:cubicBezTo>
                                  <a:cubicBezTo>
                                    <a:pt x="731660" y="2821"/>
                                    <a:pt x="722146" y="240"/>
                                    <a:pt x="714986" y="1768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3" name="íṡļíḓè">
                      <a:extLst>
                        <a:ext uri="{FF2B5EF4-FFF2-40B4-BE49-F238E27FC236}">
                          <a16:creationId xmlns:a16="http://schemas.microsoft.com/office/drawing/2014/main" id="{94B94063-1DDE-4A2B-FBBA-93D0B65CCE02}"/>
                        </a:ext>
                      </a:extLst>
                    </p:cNvPr>
                    <p:cNvSpPr/>
                    <p:nvPr/>
                  </p:nvSpPr>
                  <p:spPr bwMode="auto">
                    <a:xfrm rot="2540026">
                      <a:off x="7688697" y="1028700"/>
                      <a:ext cx="543071" cy="1559056"/>
                    </a:xfrm>
                    <a:custGeom>
                      <a:avLst/>
                      <a:gdLst>
                        <a:gd name="T0" fmla="*/ 156 w 177"/>
                        <a:gd name="T1" fmla="*/ 0 h 507"/>
                        <a:gd name="T2" fmla="*/ 156 w 177"/>
                        <a:gd name="T3" fmla="*/ 364 h 507"/>
                        <a:gd name="T4" fmla="*/ 0 w 177"/>
                        <a:gd name="T5" fmla="*/ 490 h 507"/>
                        <a:gd name="T6" fmla="*/ 13 w 177"/>
                        <a:gd name="T7" fmla="*/ 507 h 507"/>
                        <a:gd name="T8" fmla="*/ 177 w 177"/>
                        <a:gd name="T9" fmla="*/ 374 h 507"/>
                        <a:gd name="T10" fmla="*/ 177 w 177"/>
                        <a:gd name="T11" fmla="*/ 0 h 507"/>
                        <a:gd name="T12" fmla="*/ 156 w 177"/>
                        <a:gd name="T13" fmla="*/ 0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77" h="507">
                          <a:moveTo>
                            <a:pt x="156" y="0"/>
                          </a:moveTo>
                          <a:cubicBezTo>
                            <a:pt x="156" y="364"/>
                            <a:pt x="156" y="364"/>
                            <a:pt x="156" y="364"/>
                          </a:cubicBezTo>
                          <a:cubicBezTo>
                            <a:pt x="0" y="490"/>
                            <a:pt x="0" y="490"/>
                            <a:pt x="0" y="490"/>
                          </a:cubicBezTo>
                          <a:cubicBezTo>
                            <a:pt x="5" y="495"/>
                            <a:pt x="10" y="501"/>
                            <a:pt x="13" y="507"/>
                          </a:cubicBezTo>
                          <a:cubicBezTo>
                            <a:pt x="177" y="374"/>
                            <a:pt x="177" y="374"/>
                            <a:pt x="177" y="374"/>
                          </a:cubicBezTo>
                          <a:cubicBezTo>
                            <a:pt x="177" y="0"/>
                            <a:pt x="177" y="0"/>
                            <a:pt x="177" y="0"/>
                          </a:cubicBezTo>
                          <a:lnTo>
                            <a:pt x="156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2089031173">
                            <a:custGeom>
                              <a:avLst/>
                              <a:gdLst>
                                <a:gd name="connsiteX0" fmla="*/ 276323 w 313505"/>
                                <a:gd name="connsiteY0" fmla="*/ 0 h 900016"/>
                                <a:gd name="connsiteX1" fmla="*/ 276323 w 313505"/>
                                <a:gd name="connsiteY1" fmla="*/ 646121 h 900016"/>
                                <a:gd name="connsiteX2" fmla="*/ 0 w 313505"/>
                                <a:gd name="connsiteY2" fmla="*/ 869865 h 900016"/>
                                <a:gd name="connsiteX3" fmla="*/ 23011 w 313505"/>
                                <a:gd name="connsiteY3" fmla="*/ 900016 h 900016"/>
                                <a:gd name="connsiteX4" fmla="*/ 313505 w 313505"/>
                                <a:gd name="connsiteY4" fmla="*/ 663941 h 900016"/>
                                <a:gd name="connsiteX5" fmla="*/ 313505 w 313505"/>
                                <a:gd name="connsiteY5" fmla="*/ 0 h 900016"/>
                                <a:gd name="connsiteX6" fmla="*/ 276323 w 313505"/>
                                <a:gd name="connsiteY6" fmla="*/ 0 h 90001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313505" h="900016" fill="none" extrusionOk="0">
                                  <a:moveTo>
                                    <a:pt x="276323" y="0"/>
                                  </a:moveTo>
                                  <a:cubicBezTo>
                                    <a:pt x="284877" y="163838"/>
                                    <a:pt x="317026" y="525244"/>
                                    <a:pt x="276323" y="646121"/>
                                  </a:cubicBezTo>
                                  <a:cubicBezTo>
                                    <a:pt x="211896" y="715515"/>
                                    <a:pt x="141827" y="768722"/>
                                    <a:pt x="0" y="869865"/>
                                  </a:cubicBezTo>
                                  <a:cubicBezTo>
                                    <a:pt x="10252" y="877378"/>
                                    <a:pt x="17178" y="889209"/>
                                    <a:pt x="23011" y="900016"/>
                                  </a:cubicBezTo>
                                  <a:cubicBezTo>
                                    <a:pt x="123310" y="823099"/>
                                    <a:pt x="242634" y="711388"/>
                                    <a:pt x="313505" y="663941"/>
                                  </a:cubicBezTo>
                                  <a:cubicBezTo>
                                    <a:pt x="285647" y="547500"/>
                                    <a:pt x="369014" y="213520"/>
                                    <a:pt x="313505" y="0"/>
                                  </a:cubicBezTo>
                                  <a:cubicBezTo>
                                    <a:pt x="295660" y="-381"/>
                                    <a:pt x="291778" y="-3074"/>
                                    <a:pt x="276323" y="0"/>
                                  </a:cubicBezTo>
                                  <a:close/>
                                </a:path>
                                <a:path w="313505" h="900016" stroke="0" extrusionOk="0">
                                  <a:moveTo>
                                    <a:pt x="276323" y="0"/>
                                  </a:moveTo>
                                  <a:cubicBezTo>
                                    <a:pt x="331317" y="220057"/>
                                    <a:pt x="304655" y="437610"/>
                                    <a:pt x="276323" y="646121"/>
                                  </a:cubicBezTo>
                                  <a:cubicBezTo>
                                    <a:pt x="201588" y="692489"/>
                                    <a:pt x="120557" y="761375"/>
                                    <a:pt x="0" y="869865"/>
                                  </a:cubicBezTo>
                                  <a:cubicBezTo>
                                    <a:pt x="8167" y="876766"/>
                                    <a:pt x="18244" y="889555"/>
                                    <a:pt x="23011" y="900016"/>
                                  </a:cubicBezTo>
                                  <a:cubicBezTo>
                                    <a:pt x="149281" y="777421"/>
                                    <a:pt x="238280" y="715402"/>
                                    <a:pt x="313505" y="663941"/>
                                  </a:cubicBezTo>
                                  <a:cubicBezTo>
                                    <a:pt x="365691" y="374227"/>
                                    <a:pt x="256635" y="313209"/>
                                    <a:pt x="313505" y="0"/>
                                  </a:cubicBezTo>
                                  <a:cubicBezTo>
                                    <a:pt x="298281" y="-1594"/>
                                    <a:pt x="284910" y="893"/>
                                    <a:pt x="276323" y="0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4" name="îSľîḋé">
                      <a:extLst>
                        <a:ext uri="{FF2B5EF4-FFF2-40B4-BE49-F238E27FC236}">
                          <a16:creationId xmlns:a16="http://schemas.microsoft.com/office/drawing/2014/main" id="{ADD84137-463B-043F-222D-3D404DFAFF57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687911" y="4129653"/>
                      <a:ext cx="409252" cy="409254"/>
                    </a:xfrm>
                    <a:custGeom>
                      <a:avLst/>
                      <a:gdLst>
                        <a:gd name="T0" fmla="*/ 66 w 133"/>
                        <a:gd name="T1" fmla="*/ 0 h 133"/>
                        <a:gd name="T2" fmla="*/ 0 w 133"/>
                        <a:gd name="T3" fmla="*/ 66 h 133"/>
                        <a:gd name="T4" fmla="*/ 66 w 133"/>
                        <a:gd name="T5" fmla="*/ 133 h 133"/>
                        <a:gd name="T6" fmla="*/ 133 w 133"/>
                        <a:gd name="T7" fmla="*/ 66 h 133"/>
                        <a:gd name="T8" fmla="*/ 66 w 133"/>
                        <a:gd name="T9" fmla="*/ 0 h 133"/>
                        <a:gd name="T10" fmla="*/ 110 w 133"/>
                        <a:gd name="T11" fmla="*/ 76 h 133"/>
                        <a:gd name="T12" fmla="*/ 76 w 133"/>
                        <a:gd name="T13" fmla="*/ 76 h 133"/>
                        <a:gd name="T14" fmla="*/ 76 w 133"/>
                        <a:gd name="T15" fmla="*/ 111 h 133"/>
                        <a:gd name="T16" fmla="*/ 57 w 133"/>
                        <a:gd name="T17" fmla="*/ 111 h 133"/>
                        <a:gd name="T18" fmla="*/ 57 w 133"/>
                        <a:gd name="T19" fmla="*/ 76 h 133"/>
                        <a:gd name="T20" fmla="*/ 22 w 133"/>
                        <a:gd name="T21" fmla="*/ 76 h 133"/>
                        <a:gd name="T22" fmla="*/ 22 w 133"/>
                        <a:gd name="T23" fmla="*/ 57 h 133"/>
                        <a:gd name="T24" fmla="*/ 57 w 133"/>
                        <a:gd name="T25" fmla="*/ 57 h 133"/>
                        <a:gd name="T26" fmla="*/ 57 w 133"/>
                        <a:gd name="T27" fmla="*/ 22 h 133"/>
                        <a:gd name="T28" fmla="*/ 76 w 133"/>
                        <a:gd name="T29" fmla="*/ 22 h 133"/>
                        <a:gd name="T30" fmla="*/ 76 w 133"/>
                        <a:gd name="T31" fmla="*/ 57 h 133"/>
                        <a:gd name="T32" fmla="*/ 110 w 133"/>
                        <a:gd name="T33" fmla="*/ 57 h 133"/>
                        <a:gd name="T34" fmla="*/ 110 w 133"/>
                        <a:gd name="T35" fmla="*/ 76 h 1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3" h="133">
                          <a:moveTo>
                            <a:pt x="66" y="0"/>
                          </a:moveTo>
                          <a:cubicBezTo>
                            <a:pt x="29" y="0"/>
                            <a:pt x="0" y="30"/>
                            <a:pt x="0" y="66"/>
                          </a:cubicBezTo>
                          <a:cubicBezTo>
                            <a:pt x="0" y="103"/>
                            <a:pt x="29" y="133"/>
                            <a:pt x="66" y="133"/>
                          </a:cubicBezTo>
                          <a:cubicBezTo>
                            <a:pt x="103" y="133"/>
                            <a:pt x="133" y="103"/>
                            <a:pt x="133" y="66"/>
                          </a:cubicBezTo>
                          <a:cubicBezTo>
                            <a:pt x="133" y="30"/>
                            <a:pt x="103" y="0"/>
                            <a:pt x="66" y="0"/>
                          </a:cubicBezTo>
                          <a:close/>
                          <a:moveTo>
                            <a:pt x="110" y="76"/>
                          </a:moveTo>
                          <a:cubicBezTo>
                            <a:pt x="76" y="76"/>
                            <a:pt x="76" y="76"/>
                            <a:pt x="76" y="76"/>
                          </a:cubicBezTo>
                          <a:cubicBezTo>
                            <a:pt x="76" y="111"/>
                            <a:pt x="76" y="111"/>
                            <a:pt x="76" y="111"/>
                          </a:cubicBezTo>
                          <a:cubicBezTo>
                            <a:pt x="57" y="111"/>
                            <a:pt x="57" y="111"/>
                            <a:pt x="57" y="111"/>
                          </a:cubicBezTo>
                          <a:cubicBezTo>
                            <a:pt x="57" y="76"/>
                            <a:pt x="57" y="76"/>
                            <a:pt x="57" y="76"/>
                          </a:cubicBezTo>
                          <a:cubicBezTo>
                            <a:pt x="22" y="76"/>
                            <a:pt x="22" y="76"/>
                            <a:pt x="22" y="76"/>
                          </a:cubicBezTo>
                          <a:cubicBezTo>
                            <a:pt x="22" y="57"/>
                            <a:pt x="22" y="57"/>
                            <a:pt x="22" y="57"/>
                          </a:cubicBezTo>
                          <a:cubicBezTo>
                            <a:pt x="57" y="57"/>
                            <a:pt x="57" y="57"/>
                            <a:pt x="57" y="57"/>
                          </a:cubicBezTo>
                          <a:cubicBezTo>
                            <a:pt x="57" y="22"/>
                            <a:pt x="57" y="22"/>
                            <a:pt x="57" y="22"/>
                          </a:cubicBezTo>
                          <a:cubicBezTo>
                            <a:pt x="76" y="22"/>
                            <a:pt x="76" y="22"/>
                            <a:pt x="76" y="22"/>
                          </a:cubicBezTo>
                          <a:cubicBezTo>
                            <a:pt x="76" y="57"/>
                            <a:pt x="76" y="57"/>
                            <a:pt x="76" y="57"/>
                          </a:cubicBezTo>
                          <a:cubicBezTo>
                            <a:pt x="110" y="57"/>
                            <a:pt x="110" y="57"/>
                            <a:pt x="110" y="57"/>
                          </a:cubicBezTo>
                          <a:lnTo>
                            <a:pt x="110" y="76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fontScale="85000" lnSpcReduction="2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5" name="ïsḻiḓe">
                      <a:extLst>
                        <a:ext uri="{FF2B5EF4-FFF2-40B4-BE49-F238E27FC236}">
                          <a16:creationId xmlns:a16="http://schemas.microsoft.com/office/drawing/2014/main" id="{117DD0F0-CFA8-8B73-C975-516171CC345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4866808" y="6016109"/>
                      <a:ext cx="406653" cy="409254"/>
                    </a:xfrm>
                    <a:custGeom>
                      <a:avLst/>
                      <a:gdLst>
                        <a:gd name="T0" fmla="*/ 66 w 132"/>
                        <a:gd name="T1" fmla="*/ 0 h 133"/>
                        <a:gd name="T2" fmla="*/ 0 w 132"/>
                        <a:gd name="T3" fmla="*/ 66 h 133"/>
                        <a:gd name="T4" fmla="*/ 66 w 132"/>
                        <a:gd name="T5" fmla="*/ 133 h 133"/>
                        <a:gd name="T6" fmla="*/ 132 w 132"/>
                        <a:gd name="T7" fmla="*/ 66 h 133"/>
                        <a:gd name="T8" fmla="*/ 66 w 132"/>
                        <a:gd name="T9" fmla="*/ 0 h 133"/>
                        <a:gd name="T10" fmla="*/ 110 w 132"/>
                        <a:gd name="T11" fmla="*/ 76 h 133"/>
                        <a:gd name="T12" fmla="*/ 76 w 132"/>
                        <a:gd name="T13" fmla="*/ 76 h 133"/>
                        <a:gd name="T14" fmla="*/ 76 w 132"/>
                        <a:gd name="T15" fmla="*/ 111 h 133"/>
                        <a:gd name="T16" fmla="*/ 56 w 132"/>
                        <a:gd name="T17" fmla="*/ 111 h 133"/>
                        <a:gd name="T18" fmla="*/ 56 w 132"/>
                        <a:gd name="T19" fmla="*/ 76 h 133"/>
                        <a:gd name="T20" fmla="*/ 22 w 132"/>
                        <a:gd name="T21" fmla="*/ 76 h 133"/>
                        <a:gd name="T22" fmla="*/ 22 w 132"/>
                        <a:gd name="T23" fmla="*/ 57 h 133"/>
                        <a:gd name="T24" fmla="*/ 56 w 132"/>
                        <a:gd name="T25" fmla="*/ 57 h 133"/>
                        <a:gd name="T26" fmla="*/ 56 w 132"/>
                        <a:gd name="T27" fmla="*/ 22 h 133"/>
                        <a:gd name="T28" fmla="*/ 76 w 132"/>
                        <a:gd name="T29" fmla="*/ 22 h 133"/>
                        <a:gd name="T30" fmla="*/ 76 w 132"/>
                        <a:gd name="T31" fmla="*/ 57 h 133"/>
                        <a:gd name="T32" fmla="*/ 110 w 132"/>
                        <a:gd name="T33" fmla="*/ 57 h 133"/>
                        <a:gd name="T34" fmla="*/ 110 w 132"/>
                        <a:gd name="T35" fmla="*/ 76 h 1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2" h="133">
                          <a:moveTo>
                            <a:pt x="66" y="0"/>
                          </a:moveTo>
                          <a:cubicBezTo>
                            <a:pt x="29" y="0"/>
                            <a:pt x="0" y="30"/>
                            <a:pt x="0" y="66"/>
                          </a:cubicBezTo>
                          <a:cubicBezTo>
                            <a:pt x="0" y="103"/>
                            <a:pt x="29" y="133"/>
                            <a:pt x="66" y="133"/>
                          </a:cubicBezTo>
                          <a:cubicBezTo>
                            <a:pt x="103" y="133"/>
                            <a:pt x="132" y="103"/>
                            <a:pt x="132" y="66"/>
                          </a:cubicBezTo>
                          <a:cubicBezTo>
                            <a:pt x="132" y="30"/>
                            <a:pt x="103" y="0"/>
                            <a:pt x="66" y="0"/>
                          </a:cubicBezTo>
                          <a:close/>
                          <a:moveTo>
                            <a:pt x="110" y="76"/>
                          </a:moveTo>
                          <a:cubicBezTo>
                            <a:pt x="76" y="76"/>
                            <a:pt x="76" y="76"/>
                            <a:pt x="76" y="76"/>
                          </a:cubicBezTo>
                          <a:cubicBezTo>
                            <a:pt x="76" y="111"/>
                            <a:pt x="76" y="111"/>
                            <a:pt x="76" y="111"/>
                          </a:cubicBezTo>
                          <a:cubicBezTo>
                            <a:pt x="56" y="111"/>
                            <a:pt x="56" y="111"/>
                            <a:pt x="56" y="111"/>
                          </a:cubicBezTo>
                          <a:cubicBezTo>
                            <a:pt x="56" y="76"/>
                            <a:pt x="56" y="76"/>
                            <a:pt x="56" y="76"/>
                          </a:cubicBezTo>
                          <a:cubicBezTo>
                            <a:pt x="22" y="76"/>
                            <a:pt x="22" y="76"/>
                            <a:pt x="22" y="76"/>
                          </a:cubicBezTo>
                          <a:cubicBezTo>
                            <a:pt x="22" y="57"/>
                            <a:pt x="22" y="57"/>
                            <a:pt x="22" y="57"/>
                          </a:cubicBezTo>
                          <a:cubicBezTo>
                            <a:pt x="56" y="57"/>
                            <a:pt x="56" y="57"/>
                            <a:pt x="56" y="57"/>
                          </a:cubicBezTo>
                          <a:cubicBezTo>
                            <a:pt x="56" y="22"/>
                            <a:pt x="56" y="22"/>
                            <a:pt x="56" y="22"/>
                          </a:cubicBezTo>
                          <a:cubicBezTo>
                            <a:pt x="76" y="22"/>
                            <a:pt x="76" y="22"/>
                            <a:pt x="76" y="22"/>
                          </a:cubicBezTo>
                          <a:cubicBezTo>
                            <a:pt x="76" y="57"/>
                            <a:pt x="76" y="57"/>
                            <a:pt x="76" y="57"/>
                          </a:cubicBezTo>
                          <a:cubicBezTo>
                            <a:pt x="110" y="57"/>
                            <a:pt x="110" y="57"/>
                            <a:pt x="110" y="57"/>
                          </a:cubicBezTo>
                          <a:lnTo>
                            <a:pt x="110" y="76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fontScale="85000" lnSpcReduction="2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6" name="išļíde">
                      <a:extLst>
                        <a:ext uri="{FF2B5EF4-FFF2-40B4-BE49-F238E27FC236}">
                          <a16:creationId xmlns:a16="http://schemas.microsoft.com/office/drawing/2014/main" id="{CD5A44F4-3D83-016B-C476-36D18213248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107952" y="2369219"/>
                      <a:ext cx="409252" cy="405355"/>
                    </a:xfrm>
                    <a:custGeom>
                      <a:avLst/>
                      <a:gdLst>
                        <a:gd name="T0" fmla="*/ 66 w 133"/>
                        <a:gd name="T1" fmla="*/ 0 h 132"/>
                        <a:gd name="T2" fmla="*/ 0 w 133"/>
                        <a:gd name="T3" fmla="*/ 66 h 132"/>
                        <a:gd name="T4" fmla="*/ 66 w 133"/>
                        <a:gd name="T5" fmla="*/ 132 h 132"/>
                        <a:gd name="T6" fmla="*/ 133 w 133"/>
                        <a:gd name="T7" fmla="*/ 66 h 132"/>
                        <a:gd name="T8" fmla="*/ 66 w 133"/>
                        <a:gd name="T9" fmla="*/ 0 h 132"/>
                        <a:gd name="T10" fmla="*/ 111 w 133"/>
                        <a:gd name="T11" fmla="*/ 75 h 132"/>
                        <a:gd name="T12" fmla="*/ 76 w 133"/>
                        <a:gd name="T13" fmla="*/ 75 h 132"/>
                        <a:gd name="T14" fmla="*/ 76 w 133"/>
                        <a:gd name="T15" fmla="*/ 110 h 132"/>
                        <a:gd name="T16" fmla="*/ 57 w 133"/>
                        <a:gd name="T17" fmla="*/ 110 h 132"/>
                        <a:gd name="T18" fmla="*/ 57 w 133"/>
                        <a:gd name="T19" fmla="*/ 75 h 132"/>
                        <a:gd name="T20" fmla="*/ 22 w 133"/>
                        <a:gd name="T21" fmla="*/ 75 h 132"/>
                        <a:gd name="T22" fmla="*/ 22 w 133"/>
                        <a:gd name="T23" fmla="*/ 56 h 132"/>
                        <a:gd name="T24" fmla="*/ 57 w 133"/>
                        <a:gd name="T25" fmla="*/ 56 h 132"/>
                        <a:gd name="T26" fmla="*/ 57 w 133"/>
                        <a:gd name="T27" fmla="*/ 22 h 132"/>
                        <a:gd name="T28" fmla="*/ 76 w 133"/>
                        <a:gd name="T29" fmla="*/ 22 h 132"/>
                        <a:gd name="T30" fmla="*/ 76 w 133"/>
                        <a:gd name="T31" fmla="*/ 56 h 132"/>
                        <a:gd name="T32" fmla="*/ 111 w 133"/>
                        <a:gd name="T33" fmla="*/ 56 h 132"/>
                        <a:gd name="T34" fmla="*/ 111 w 133"/>
                        <a:gd name="T35" fmla="*/ 75 h 1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3" h="132">
                          <a:moveTo>
                            <a:pt x="66" y="0"/>
                          </a:moveTo>
                          <a:cubicBezTo>
                            <a:pt x="30" y="0"/>
                            <a:pt x="0" y="29"/>
                            <a:pt x="0" y="66"/>
                          </a:cubicBezTo>
                          <a:cubicBezTo>
                            <a:pt x="0" y="103"/>
                            <a:pt x="30" y="132"/>
                            <a:pt x="66" y="132"/>
                          </a:cubicBezTo>
                          <a:cubicBezTo>
                            <a:pt x="103" y="132"/>
                            <a:pt x="133" y="103"/>
                            <a:pt x="133" y="66"/>
                          </a:cubicBezTo>
                          <a:cubicBezTo>
                            <a:pt x="133" y="29"/>
                            <a:pt x="103" y="0"/>
                            <a:pt x="66" y="0"/>
                          </a:cubicBezTo>
                          <a:close/>
                          <a:moveTo>
                            <a:pt x="111" y="75"/>
                          </a:moveTo>
                          <a:cubicBezTo>
                            <a:pt x="76" y="75"/>
                            <a:pt x="76" y="75"/>
                            <a:pt x="76" y="75"/>
                          </a:cubicBezTo>
                          <a:cubicBezTo>
                            <a:pt x="76" y="110"/>
                            <a:pt x="76" y="110"/>
                            <a:pt x="76" y="110"/>
                          </a:cubicBezTo>
                          <a:cubicBezTo>
                            <a:pt x="57" y="110"/>
                            <a:pt x="57" y="110"/>
                            <a:pt x="57" y="110"/>
                          </a:cubicBezTo>
                          <a:cubicBezTo>
                            <a:pt x="57" y="75"/>
                            <a:pt x="57" y="75"/>
                            <a:pt x="57" y="75"/>
                          </a:cubicBezTo>
                          <a:cubicBezTo>
                            <a:pt x="22" y="75"/>
                            <a:pt x="22" y="75"/>
                            <a:pt x="22" y="75"/>
                          </a:cubicBezTo>
                          <a:cubicBezTo>
                            <a:pt x="22" y="56"/>
                            <a:pt x="22" y="56"/>
                            <a:pt x="22" y="56"/>
                          </a:cubicBezTo>
                          <a:cubicBezTo>
                            <a:pt x="57" y="56"/>
                            <a:pt x="57" y="56"/>
                            <a:pt x="57" y="56"/>
                          </a:cubicBezTo>
                          <a:cubicBezTo>
                            <a:pt x="57" y="22"/>
                            <a:pt x="57" y="22"/>
                            <a:pt x="57" y="22"/>
                          </a:cubicBezTo>
                          <a:cubicBezTo>
                            <a:pt x="76" y="22"/>
                            <a:pt x="76" y="22"/>
                            <a:pt x="76" y="22"/>
                          </a:cubicBezTo>
                          <a:cubicBezTo>
                            <a:pt x="76" y="56"/>
                            <a:pt x="76" y="56"/>
                            <a:pt x="76" y="56"/>
                          </a:cubicBezTo>
                          <a:cubicBezTo>
                            <a:pt x="111" y="56"/>
                            <a:pt x="111" y="56"/>
                            <a:pt x="111" y="56"/>
                          </a:cubicBezTo>
                          <a:lnTo>
                            <a:pt x="111" y="75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fontScale="85000" lnSpcReduction="2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7" name="ïṩļïḑè">
                      <a:extLst>
                        <a:ext uri="{FF2B5EF4-FFF2-40B4-BE49-F238E27FC236}">
                          <a16:creationId xmlns:a16="http://schemas.microsoft.com/office/drawing/2014/main" id="{9B69A93B-8BB1-6833-B616-3B20728BB6F9}"/>
                        </a:ext>
                      </a:extLst>
                    </p:cNvPr>
                    <p:cNvSpPr/>
                    <p:nvPr/>
                  </p:nvSpPr>
                  <p:spPr bwMode="auto">
                    <a:xfrm rot="2273136">
                      <a:off x="8432123" y="1167110"/>
                      <a:ext cx="420945" cy="479410"/>
                    </a:xfrm>
                    <a:custGeom>
                      <a:avLst/>
                      <a:gdLst>
                        <a:gd name="T0" fmla="*/ 0 w 324"/>
                        <a:gd name="T1" fmla="*/ 369 h 369"/>
                        <a:gd name="T2" fmla="*/ 163 w 324"/>
                        <a:gd name="T3" fmla="*/ 0 h 369"/>
                        <a:gd name="T4" fmla="*/ 324 w 324"/>
                        <a:gd name="T5" fmla="*/ 364 h 369"/>
                        <a:gd name="T6" fmla="*/ 0 w 324"/>
                        <a:gd name="T7" fmla="*/ 369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324" h="369">
                          <a:moveTo>
                            <a:pt x="0" y="369"/>
                          </a:moveTo>
                          <a:lnTo>
                            <a:pt x="163" y="0"/>
                          </a:lnTo>
                          <a:lnTo>
                            <a:pt x="324" y="364"/>
                          </a:lnTo>
                          <a:lnTo>
                            <a:pt x="0" y="369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lnSpcReduction="1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sp>
                <p:nvSpPr>
                  <p:cNvPr id="34" name="ïşḻíḋe">
                    <a:extLst>
                      <a:ext uri="{FF2B5EF4-FFF2-40B4-BE49-F238E27FC236}">
                        <a16:creationId xmlns:a16="http://schemas.microsoft.com/office/drawing/2014/main" id="{1048EE62-F97B-3938-2AB2-3D9EEFDD8887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812513" y="1345163"/>
                    <a:ext cx="2707974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zh-CN" altLang="en-US" sz="1350" b="1">
                        <a:solidFill>
                          <a:srgbClr val="000000"/>
                        </a:solidFill>
                      </a:rPr>
                      <a:t>自主高效加工</a:t>
                    </a:r>
                    <a:endParaRPr lang="en-US" altLang="zh-CN" sz="1350" b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5" name="îSľiďê">
                    <a:extLst>
                      <a:ext uri="{FF2B5EF4-FFF2-40B4-BE49-F238E27FC236}">
                        <a16:creationId xmlns:a16="http://schemas.microsoft.com/office/drawing/2014/main" id="{6A0C92F3-2A5A-43E8-798D-88DEBCCEAC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812513" y="1786968"/>
                    <a:ext cx="2707975" cy="11728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车间级管理软件</a:t>
                    </a:r>
                  </a:p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数字化工艺体系</a:t>
                    </a:r>
                  </a:p>
                  <a:p>
                    <a:pPr marL="128588" indent="-128588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  <a:defRPr/>
                    </a:pPr>
                    <a:endParaRPr lang="en-US" altLang="zh-CN" sz="10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6" name="ïş1íḓé">
                    <a:extLst>
                      <a:ext uri="{FF2B5EF4-FFF2-40B4-BE49-F238E27FC236}">
                        <a16:creationId xmlns:a16="http://schemas.microsoft.com/office/drawing/2014/main" id="{F4CC3F74-A709-A9B3-212E-5C049A2DECF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422802" y="2959842"/>
                    <a:ext cx="4097685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zh-CN" altLang="en-US" sz="1350" b="1">
                        <a:solidFill>
                          <a:srgbClr val="000000"/>
                        </a:solidFill>
                      </a:rPr>
                      <a:t>柔性产线</a:t>
                    </a:r>
                    <a:endParaRPr lang="en-US" altLang="zh-CN" sz="1350" b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7" name="ïṩľíďê">
                    <a:extLst>
                      <a:ext uri="{FF2B5EF4-FFF2-40B4-BE49-F238E27FC236}">
                        <a16:creationId xmlns:a16="http://schemas.microsoft.com/office/drawing/2014/main" id="{3F47D350-9D56-1F0A-7634-57A21B3DA0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22801" y="3401646"/>
                    <a:ext cx="4097686" cy="18739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加工单元管理软件</a:t>
                    </a:r>
                  </a:p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搬运机器人</a:t>
                    </a:r>
                  </a:p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endParaRPr lang="en-US" altLang="zh-CN" sz="9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8" name="išļíḍé">
                    <a:extLst>
                      <a:ext uri="{FF2B5EF4-FFF2-40B4-BE49-F238E27FC236}">
                        <a16:creationId xmlns:a16="http://schemas.microsoft.com/office/drawing/2014/main" id="{1279127F-CA82-AE5F-1CDE-2794B0A8977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271258" y="4671354"/>
                    <a:ext cx="5249229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zh-CN" altLang="en-US" sz="1350" b="1">
                        <a:solidFill>
                          <a:srgbClr val="000000"/>
                        </a:solidFill>
                      </a:rPr>
                      <a:t>机床连续加工</a:t>
                    </a:r>
                    <a:endParaRPr lang="en-US" altLang="zh-CN" sz="1350" b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9" name="îŝ1îde">
                    <a:extLst>
                      <a:ext uri="{FF2B5EF4-FFF2-40B4-BE49-F238E27FC236}">
                        <a16:creationId xmlns:a16="http://schemas.microsoft.com/office/drawing/2014/main" id="{1FB691E9-B41B-7E9B-7E28-1F0686F3FD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1258" y="5113159"/>
                    <a:ext cx="5249229" cy="10347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高重复定位精度夹具</a:t>
                    </a:r>
                    <a:endParaRPr lang="en-US" altLang="zh-CN" sz="1000">
                      <a:solidFill>
                        <a:srgbClr val="000000"/>
                      </a:solidFill>
                    </a:endParaRPr>
                  </a:p>
                  <a:p>
                    <a:pPr marL="128588" indent="-128588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  <a:defRPr/>
                    </a:pPr>
                    <a:endParaRPr lang="en-US" altLang="zh-CN" sz="82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0" name="îṧlíḑê">
                    <a:extLst>
                      <a:ext uri="{FF2B5EF4-FFF2-40B4-BE49-F238E27FC236}">
                        <a16:creationId xmlns:a16="http://schemas.microsoft.com/office/drawing/2014/main" id="{6411E9BA-D76C-3C30-7622-7504959AE855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71513" y="5006282"/>
                    <a:ext cx="2963637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r"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zh-CN" altLang="en-US" sz="1350" b="1">
                        <a:solidFill>
                          <a:srgbClr val="000000"/>
                        </a:solidFill>
                      </a:rPr>
                      <a:t>单机加工</a:t>
                    </a:r>
                    <a:endParaRPr lang="en-US" altLang="zh-CN" sz="1350" b="1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1" name="íṣ1îḍé">
                    <a:extLst>
                      <a:ext uri="{FF2B5EF4-FFF2-40B4-BE49-F238E27FC236}">
                        <a16:creationId xmlns:a16="http://schemas.microsoft.com/office/drawing/2014/main" id="{5630D8D5-DB4E-0D23-FA03-8164F8E520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3" y="5448087"/>
                    <a:ext cx="2963637" cy="69979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algn="r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机床制造商</a:t>
                    </a:r>
                  </a:p>
                  <a:p>
                    <a:pPr marL="171450" indent="-171450" algn="r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现场操作人员</a:t>
                    </a:r>
                    <a:endParaRPr lang="en-US" altLang="zh-CN" sz="1000">
                      <a:solidFill>
                        <a:srgbClr val="000000"/>
                      </a:solidFill>
                    </a:endParaRPr>
                  </a:p>
                </p:txBody>
              </p:sp>
            </p:grpSp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BD0970F1-2116-BBFA-CFE2-4818274087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4744" y="2445592"/>
                  <a:ext cx="886298" cy="427508"/>
                </a:xfrm>
                <a:prstGeom prst="rect">
                  <a:avLst/>
                </a:prstGeom>
              </p:spPr>
            </p:pic>
          </p:grpSp>
          <p:sp>
            <p:nvSpPr>
              <p:cNvPr id="70" name="í$ḻiḍè">
                <a:extLst>
                  <a:ext uri="{FF2B5EF4-FFF2-40B4-BE49-F238E27FC236}">
                    <a16:creationId xmlns:a16="http://schemas.microsoft.com/office/drawing/2014/main" id="{6784EC0C-6BBB-A0A4-1F22-04E526EDBC02}"/>
                  </a:ext>
                </a:extLst>
              </p:cNvPr>
              <p:cNvSpPr/>
              <p:nvPr/>
            </p:nvSpPr>
            <p:spPr bwMode="auto">
              <a:xfrm>
                <a:off x="3712408" y="2599246"/>
                <a:ext cx="563871" cy="804014"/>
              </a:xfrm>
              <a:custGeom>
                <a:avLst/>
                <a:gdLst>
                  <a:gd name="T0" fmla="*/ 148 w 613"/>
                  <a:gd name="T1" fmla="*/ 648 h 650"/>
                  <a:gd name="T2" fmla="*/ 108 w 613"/>
                  <a:gd name="T3" fmla="*/ 594 h 650"/>
                  <a:gd name="T4" fmla="*/ 233 w 613"/>
                  <a:gd name="T5" fmla="*/ 80 h 650"/>
                  <a:gd name="T6" fmla="*/ 366 w 613"/>
                  <a:gd name="T7" fmla="*/ 30 h 650"/>
                  <a:gd name="T8" fmla="*/ 534 w 613"/>
                  <a:gd name="T9" fmla="*/ 41 h 650"/>
                  <a:gd name="T10" fmla="*/ 550 w 613"/>
                  <a:gd name="T11" fmla="*/ 0 h 650"/>
                  <a:gd name="T12" fmla="*/ 613 w 613"/>
                  <a:gd name="T13" fmla="*/ 81 h 650"/>
                  <a:gd name="T14" fmla="*/ 512 w 613"/>
                  <a:gd name="T15" fmla="*/ 95 h 650"/>
                  <a:gd name="T16" fmla="*/ 529 w 613"/>
                  <a:gd name="T17" fmla="*/ 51 h 650"/>
                  <a:gd name="T18" fmla="*/ 368 w 613"/>
                  <a:gd name="T19" fmla="*/ 42 h 650"/>
                  <a:gd name="T20" fmla="*/ 239 w 613"/>
                  <a:gd name="T21" fmla="*/ 90 h 650"/>
                  <a:gd name="T22" fmla="*/ 75 w 613"/>
                  <a:gd name="T23" fmla="*/ 314 h 650"/>
                  <a:gd name="T24" fmla="*/ 118 w 613"/>
                  <a:gd name="T25" fmla="*/ 588 h 650"/>
                  <a:gd name="T26" fmla="*/ 156 w 613"/>
                  <a:gd name="T27" fmla="*/ 641 h 650"/>
                  <a:gd name="T28" fmla="*/ 158 w 613"/>
                  <a:gd name="T29" fmla="*/ 642 h 650"/>
                  <a:gd name="T30" fmla="*/ 149 w 613"/>
                  <a:gd name="T31" fmla="*/ 650 h 650"/>
                  <a:gd name="T32" fmla="*/ 148 w 613"/>
                  <a:gd name="T33" fmla="*/ 648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13" h="650">
                    <a:moveTo>
                      <a:pt x="148" y="648"/>
                    </a:moveTo>
                    <a:cubicBezTo>
                      <a:pt x="133" y="631"/>
                      <a:pt x="119" y="613"/>
                      <a:pt x="108" y="594"/>
                    </a:cubicBezTo>
                    <a:cubicBezTo>
                      <a:pt x="0" y="418"/>
                      <a:pt x="56" y="187"/>
                      <a:pt x="233" y="80"/>
                    </a:cubicBezTo>
                    <a:cubicBezTo>
                      <a:pt x="274" y="55"/>
                      <a:pt x="319" y="38"/>
                      <a:pt x="366" y="30"/>
                    </a:cubicBezTo>
                    <a:cubicBezTo>
                      <a:pt x="422" y="21"/>
                      <a:pt x="479" y="25"/>
                      <a:pt x="534" y="41"/>
                    </a:cubicBezTo>
                    <a:cubicBezTo>
                      <a:pt x="550" y="0"/>
                      <a:pt x="550" y="0"/>
                      <a:pt x="550" y="0"/>
                    </a:cubicBezTo>
                    <a:cubicBezTo>
                      <a:pt x="613" y="81"/>
                      <a:pt x="613" y="81"/>
                      <a:pt x="613" y="81"/>
                    </a:cubicBezTo>
                    <a:cubicBezTo>
                      <a:pt x="512" y="95"/>
                      <a:pt x="512" y="95"/>
                      <a:pt x="512" y="95"/>
                    </a:cubicBezTo>
                    <a:cubicBezTo>
                      <a:pt x="529" y="51"/>
                      <a:pt x="529" y="51"/>
                      <a:pt x="529" y="51"/>
                    </a:cubicBezTo>
                    <a:cubicBezTo>
                      <a:pt x="477" y="36"/>
                      <a:pt x="421" y="33"/>
                      <a:pt x="368" y="42"/>
                    </a:cubicBezTo>
                    <a:cubicBezTo>
                      <a:pt x="322" y="49"/>
                      <a:pt x="279" y="65"/>
                      <a:pt x="239" y="90"/>
                    </a:cubicBezTo>
                    <a:cubicBezTo>
                      <a:pt x="156" y="140"/>
                      <a:pt x="98" y="220"/>
                      <a:pt x="75" y="314"/>
                    </a:cubicBezTo>
                    <a:cubicBezTo>
                      <a:pt x="52" y="408"/>
                      <a:pt x="67" y="505"/>
                      <a:pt x="118" y="588"/>
                    </a:cubicBezTo>
                    <a:cubicBezTo>
                      <a:pt x="129" y="607"/>
                      <a:pt x="142" y="624"/>
                      <a:pt x="156" y="641"/>
                    </a:cubicBezTo>
                    <a:cubicBezTo>
                      <a:pt x="158" y="642"/>
                      <a:pt x="158" y="642"/>
                      <a:pt x="158" y="642"/>
                    </a:cubicBezTo>
                    <a:cubicBezTo>
                      <a:pt x="149" y="650"/>
                      <a:pt x="149" y="650"/>
                      <a:pt x="149" y="650"/>
                    </a:cubicBezTo>
                    <a:lnTo>
                      <a:pt x="148" y="648"/>
                    </a:lnTo>
                    <a:close/>
                  </a:path>
                </a:pathLst>
              </a:custGeom>
              <a:solidFill>
                <a:schemeClr val="accent1"/>
              </a:solidFill>
              <a:ln w="15875" cap="flat">
                <a:noFill/>
                <a:prstDash val="solid"/>
                <a:miter lim="800000"/>
              </a:ln>
            </p:spPr>
            <p:txBody>
              <a:bodyPr vert="horz" wrap="square" lIns="68580" tIns="34290" rIns="68580" bIns="34290" numCol="1" anchor="t" anchorCtr="0" compatLnSpc="1">
                <a:normAutofit/>
              </a:bodyPr>
              <a:lstStyle/>
              <a:p>
                <a:pPr defTabSz="685324">
                  <a:lnSpc>
                    <a:spcPct val="100000"/>
                  </a:lnSpc>
                  <a:spcBef>
                    <a:spcPts val="0"/>
                  </a:spcBef>
                  <a:defRPr/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272C3E0-534A-0943-E3E1-C763786C92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0208" y="3380411"/>
              <a:ext cx="178073" cy="40242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A91D62C-0088-67D6-5C38-3F3E18B93F2E}"/>
              </a:ext>
            </a:extLst>
          </p:cNvPr>
          <p:cNvCxnSpPr>
            <a:cxnSpLocks/>
          </p:cNvCxnSpPr>
          <p:nvPr/>
        </p:nvCxnSpPr>
        <p:spPr>
          <a:xfrm>
            <a:off x="3675269" y="3470203"/>
            <a:ext cx="293870" cy="9030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ŝḷîdè">
            <a:extLst>
              <a:ext uri="{FF2B5EF4-FFF2-40B4-BE49-F238E27FC236}">
                <a16:creationId xmlns:a16="http://schemas.microsoft.com/office/drawing/2014/main" id="{264AB584-0645-CFDD-98DF-C662FDBE7FB1}"/>
              </a:ext>
            </a:extLst>
          </p:cNvPr>
          <p:cNvSpPr/>
          <p:nvPr/>
        </p:nvSpPr>
        <p:spPr>
          <a:xfrm rot="18900000" flipH="1">
            <a:off x="677052" y="2159363"/>
            <a:ext cx="1446306" cy="1448985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rgbClr val="2B4799"/>
          </a:solidFill>
          <a:ln w="76200">
            <a:solidFill>
              <a:srgbClr val="2B4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/>
            <a:endParaRPr sz="1050">
              <a:solidFill>
                <a:srgbClr val="2B4799"/>
              </a:solidFill>
            </a:endParaRPr>
          </a:p>
        </p:txBody>
      </p:sp>
      <p:sp>
        <p:nvSpPr>
          <p:cNvPr id="14" name="îṣľídè">
            <a:extLst>
              <a:ext uri="{FF2B5EF4-FFF2-40B4-BE49-F238E27FC236}">
                <a16:creationId xmlns:a16="http://schemas.microsoft.com/office/drawing/2014/main" id="{CE4A0947-3DAA-2C84-C227-CBE02F5BB2D7}"/>
              </a:ext>
            </a:extLst>
          </p:cNvPr>
          <p:cNvSpPr/>
          <p:nvPr/>
        </p:nvSpPr>
        <p:spPr>
          <a:xfrm>
            <a:off x="827574" y="3672590"/>
            <a:ext cx="1138237" cy="92869"/>
          </a:xfrm>
          <a:prstGeom prst="rect">
            <a:avLst/>
          </a:prstGeom>
          <a:solidFill>
            <a:srgbClr val="2B4799"/>
          </a:solidFill>
          <a:ln w="76200">
            <a:solidFill>
              <a:srgbClr val="2B4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/>
            <a:endParaRPr sz="1050">
              <a:solidFill>
                <a:srgbClr val="2B4799"/>
              </a:solidFill>
            </a:endParaRPr>
          </a:p>
        </p:txBody>
      </p:sp>
      <p:sp>
        <p:nvSpPr>
          <p:cNvPr id="15" name="íş1îḓê">
            <a:extLst>
              <a:ext uri="{FF2B5EF4-FFF2-40B4-BE49-F238E27FC236}">
                <a16:creationId xmlns:a16="http://schemas.microsoft.com/office/drawing/2014/main" id="{6FC152FC-7513-459F-C4AC-CE5AD593FDCA}"/>
              </a:ext>
            </a:extLst>
          </p:cNvPr>
          <p:cNvSpPr/>
          <p:nvPr/>
        </p:nvSpPr>
        <p:spPr>
          <a:xfrm>
            <a:off x="631176" y="3445795"/>
            <a:ext cx="1515732" cy="11467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anchor="ctr" anchorCtr="1">
            <a:normAutofit/>
          </a:bodyPr>
          <a:lstStyle/>
          <a:p>
            <a:pPr algn="ctr" defTabSz="685784">
              <a:spcBef>
                <a:spcPct val="0"/>
              </a:spcBef>
              <a:defRPr/>
            </a:pPr>
            <a:r>
              <a:rPr lang="zh-CN" altLang="en-US" sz="1800" b="1">
                <a:solidFill>
                  <a:srgbClr val="2B4799"/>
                </a:solidFill>
              </a:rPr>
              <a:t>加工效率</a:t>
            </a:r>
          </a:p>
        </p:txBody>
      </p:sp>
      <p:sp>
        <p:nvSpPr>
          <p:cNvPr id="16" name="íš1îḍê">
            <a:extLst>
              <a:ext uri="{FF2B5EF4-FFF2-40B4-BE49-F238E27FC236}">
                <a16:creationId xmlns:a16="http://schemas.microsoft.com/office/drawing/2014/main" id="{A1C0C3D7-34C1-065D-7609-510B1BF6E6F4}"/>
              </a:ext>
            </a:extLst>
          </p:cNvPr>
          <p:cNvSpPr/>
          <p:nvPr/>
        </p:nvSpPr>
        <p:spPr>
          <a:xfrm rot="18900000" flipV="1">
            <a:off x="7137016" y="2159362"/>
            <a:ext cx="1446306" cy="1448985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/>
            <a:endParaRPr sz="1050"/>
          </a:p>
        </p:txBody>
      </p:sp>
      <p:sp>
        <p:nvSpPr>
          <p:cNvPr id="17" name="iśliḑé">
            <a:extLst>
              <a:ext uri="{FF2B5EF4-FFF2-40B4-BE49-F238E27FC236}">
                <a16:creationId xmlns:a16="http://schemas.microsoft.com/office/drawing/2014/main" id="{E97B692B-E100-FFF7-81C3-885E2A03290A}"/>
              </a:ext>
            </a:extLst>
          </p:cNvPr>
          <p:cNvSpPr/>
          <p:nvPr/>
        </p:nvSpPr>
        <p:spPr>
          <a:xfrm>
            <a:off x="7291051" y="3672590"/>
            <a:ext cx="1138237" cy="92869"/>
          </a:xfrm>
          <a:prstGeom prst="rect">
            <a:avLst/>
          </a:prstGeom>
          <a:solidFill>
            <a:schemeClr val="bg2">
              <a:lumMod val="7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/>
            <a:endParaRPr sz="1050"/>
          </a:p>
        </p:txBody>
      </p:sp>
      <p:sp>
        <p:nvSpPr>
          <p:cNvPr id="18" name="îṡľîḑê">
            <a:extLst>
              <a:ext uri="{FF2B5EF4-FFF2-40B4-BE49-F238E27FC236}">
                <a16:creationId xmlns:a16="http://schemas.microsoft.com/office/drawing/2014/main" id="{61533317-4D53-565E-86F7-CCF04A5133A7}"/>
              </a:ext>
            </a:extLst>
          </p:cNvPr>
          <p:cNvSpPr/>
          <p:nvPr/>
        </p:nvSpPr>
        <p:spPr>
          <a:xfrm>
            <a:off x="7069472" y="3525253"/>
            <a:ext cx="1515732" cy="904530"/>
          </a:xfrm>
          <a:prstGeom prst="rect">
            <a:avLst/>
          </a:prstGeom>
        </p:spPr>
        <p:txBody>
          <a:bodyPr wrap="square" lIns="68580" tIns="34290" rIns="68580" bIns="34290" anchor="ctr" anchorCtr="1">
            <a:normAutofit/>
          </a:bodyPr>
          <a:lstStyle/>
          <a:p>
            <a:pPr algn="ctr" defTabSz="685784">
              <a:spcBef>
                <a:spcPct val="0"/>
              </a:spcBef>
              <a:defRPr/>
            </a:pPr>
            <a:r>
              <a:rPr lang="zh-CN" altLang="en-US" sz="1800" b="1">
                <a:solidFill>
                  <a:schemeClr val="bg2">
                    <a:lumMod val="75000"/>
                  </a:schemeClr>
                </a:solidFill>
              </a:rPr>
              <a:t>人工干预</a:t>
            </a:r>
          </a:p>
        </p:txBody>
      </p:sp>
    </p:spTree>
    <p:extLst>
      <p:ext uri="{BB962C8B-B14F-4D97-AF65-F5344CB8AC3E}">
        <p14:creationId xmlns:p14="http://schemas.microsoft.com/office/powerpoint/2010/main" val="3434240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2B0864-C2D1-5993-837A-866AB9E64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316B907-14E4-7363-3C8F-AC9D1154A4D9}"/>
              </a:ext>
            </a:extLst>
          </p:cNvPr>
          <p:cNvSpPr txBox="1"/>
          <p:nvPr/>
        </p:nvSpPr>
        <p:spPr>
          <a:xfrm>
            <a:off x="484372" y="998466"/>
            <a:ext cx="8143875" cy="400050"/>
          </a:xfrm>
          <a:prstGeom prst="rect">
            <a:avLst/>
          </a:prstGeom>
          <a:noFill/>
        </p:spPr>
        <p:txBody>
          <a:bodyPr vert="horz" wrap="square" rtlCol="0" anchor="ctr" anchorCtr="0">
            <a:normAutofit fontScale="77500" lnSpcReduction="20000"/>
          </a:bodyPr>
          <a:lstStyle/>
          <a:p>
            <a:r>
              <a:rPr lang="zh-CN" altLang="en-US" sz="2400">
                <a:cs typeface="+mn-ea"/>
                <a:sym typeface="+mn-lt"/>
              </a:rPr>
              <a:t>                        </a:t>
            </a:r>
            <a:r>
              <a:rPr lang="en-US" altLang="zh-CN" sz="2400" b="1">
                <a:solidFill>
                  <a:srgbClr val="2B4799"/>
                </a:solidFill>
                <a:cs typeface="+mn-ea"/>
                <a:sym typeface="+mn-lt"/>
              </a:rPr>
              <a:t>is the ONLY machine manufacturer that propose autonomy concept </a:t>
            </a:r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F0C85-5DE9-03A2-B020-AFBEEB3E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Not just machining solutions</a:t>
            </a:r>
            <a:endParaRPr lang="zh-CN" alt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4586167-B0C9-845E-EA4B-56DC27C68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88" y="920390"/>
            <a:ext cx="1093410" cy="52740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6F2186F-B24F-5B98-A352-5800AB2941AD}"/>
              </a:ext>
            </a:extLst>
          </p:cNvPr>
          <p:cNvGrpSpPr/>
          <p:nvPr/>
        </p:nvGrpSpPr>
        <p:grpSpPr>
          <a:xfrm>
            <a:off x="1259900" y="1525875"/>
            <a:ext cx="6262925" cy="3365153"/>
            <a:chOff x="658909" y="1447799"/>
            <a:chExt cx="6262925" cy="3365153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882949C-59F4-3188-BE5F-8E1673AF2025}"/>
                </a:ext>
              </a:extLst>
            </p:cNvPr>
            <p:cNvGrpSpPr/>
            <p:nvPr/>
          </p:nvGrpSpPr>
          <p:grpSpPr>
            <a:xfrm>
              <a:off x="658909" y="1447799"/>
              <a:ext cx="6262925" cy="3365153"/>
              <a:chOff x="1440536" y="1447799"/>
              <a:chExt cx="6262925" cy="3365153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97E57B4D-15E6-9D37-3C50-2493C7A84245}"/>
                  </a:ext>
                </a:extLst>
              </p:cNvPr>
              <p:cNvGrpSpPr/>
              <p:nvPr/>
            </p:nvGrpSpPr>
            <p:grpSpPr>
              <a:xfrm>
                <a:off x="1440536" y="1447799"/>
                <a:ext cx="6262925" cy="3365153"/>
                <a:chOff x="1098024" y="1641665"/>
                <a:chExt cx="6262925" cy="3365153"/>
              </a:xfrm>
            </p:grpSpPr>
            <p:grpSp>
              <p:nvGrpSpPr>
                <p:cNvPr id="32" name="iṡľîḓ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    <a:extLst>
                    <a:ext uri="{FF2B5EF4-FFF2-40B4-BE49-F238E27FC236}">
                      <a16:creationId xmlns:a16="http://schemas.microsoft.com/office/drawing/2014/main" id="{D010F906-69BD-63A5-F2B4-7E7C8E8E0A64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098024" y="1641665"/>
                  <a:ext cx="6262925" cy="3365153"/>
                  <a:chOff x="671513" y="1028700"/>
                  <a:chExt cx="10848975" cy="5829300"/>
                </a:xfrm>
              </p:grpSpPr>
              <p:grpSp>
                <p:nvGrpSpPr>
                  <p:cNvPr id="33" name="îṥḷîdê">
                    <a:extLst>
                      <a:ext uri="{FF2B5EF4-FFF2-40B4-BE49-F238E27FC236}">
                        <a16:creationId xmlns:a16="http://schemas.microsoft.com/office/drawing/2014/main" id="{D3881EBE-8107-3E61-968C-1A7840AA6079}"/>
                      </a:ext>
                    </a:extLst>
                  </p:cNvPr>
                  <p:cNvGrpSpPr/>
                  <p:nvPr/>
                </p:nvGrpSpPr>
                <p:grpSpPr>
                  <a:xfrm>
                    <a:off x="3338932" y="1028700"/>
                    <a:ext cx="5514136" cy="5829300"/>
                    <a:chOff x="3338932" y="1028700"/>
                    <a:chExt cx="5514136" cy="5829300"/>
                  </a:xfrm>
                </p:grpSpPr>
                <p:grpSp>
                  <p:nvGrpSpPr>
                    <p:cNvPr id="45" name="ïṩḻîḓe">
                      <a:extLst>
                        <a:ext uri="{FF2B5EF4-FFF2-40B4-BE49-F238E27FC236}">
                          <a16:creationId xmlns:a16="http://schemas.microsoft.com/office/drawing/2014/main" id="{2A316AC7-ABE0-385B-E813-4C12A334EE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089213" y="5275571"/>
                      <a:ext cx="323503" cy="913348"/>
                      <a:chOff x="5021074" y="5165013"/>
                      <a:chExt cx="346103" cy="977150"/>
                    </a:xfrm>
                    <a:solidFill>
                      <a:schemeClr val="tx2"/>
                    </a:solidFill>
                  </p:grpSpPr>
                  <p:sp>
                    <p:nvSpPr>
                      <p:cNvPr id="66" name="ïŝļiḑê">
                        <a:extLst>
                          <a:ext uri="{FF2B5EF4-FFF2-40B4-BE49-F238E27FC236}">
                            <a16:creationId xmlns:a16="http://schemas.microsoft.com/office/drawing/2014/main" id="{E0DC9504-71D8-02D8-BA5A-FB33A37A363E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123938" y="5165013"/>
                        <a:ext cx="140387" cy="154287"/>
                      </a:xfrm>
                      <a:prstGeom prst="ellipse">
                        <a:avLst/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7" name="íşľiḍé">
                        <a:extLst>
                          <a:ext uri="{FF2B5EF4-FFF2-40B4-BE49-F238E27FC236}">
                            <a16:creationId xmlns:a16="http://schemas.microsoft.com/office/drawing/2014/main" id="{0699DB41-3684-A6ED-858E-7EE7125355D0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5021074" y="5359608"/>
                        <a:ext cx="346103" cy="782555"/>
                      </a:xfrm>
                      <a:custGeom>
                        <a:avLst/>
                        <a:gdLst>
                          <a:gd name="T0" fmla="*/ 105 w 105"/>
                          <a:gd name="T1" fmla="*/ 30 h 241"/>
                          <a:gd name="T2" fmla="*/ 52 w 105"/>
                          <a:gd name="T3" fmla="*/ 0 h 241"/>
                          <a:gd name="T4" fmla="*/ 0 w 105"/>
                          <a:gd name="T5" fmla="*/ 30 h 241"/>
                          <a:gd name="T6" fmla="*/ 0 w 105"/>
                          <a:gd name="T7" fmla="*/ 30 h 241"/>
                          <a:gd name="T8" fmla="*/ 0 w 105"/>
                          <a:gd name="T9" fmla="*/ 124 h 241"/>
                          <a:gd name="T10" fmla="*/ 9 w 105"/>
                          <a:gd name="T11" fmla="*/ 134 h 241"/>
                          <a:gd name="T12" fmla="*/ 19 w 105"/>
                          <a:gd name="T13" fmla="*/ 124 h 241"/>
                          <a:gd name="T14" fmla="*/ 19 w 105"/>
                          <a:gd name="T15" fmla="*/ 41 h 241"/>
                          <a:gd name="T16" fmla="*/ 25 w 105"/>
                          <a:gd name="T17" fmla="*/ 41 h 241"/>
                          <a:gd name="T18" fmla="*/ 25 w 105"/>
                          <a:gd name="T19" fmla="*/ 228 h 241"/>
                          <a:gd name="T20" fmla="*/ 25 w 105"/>
                          <a:gd name="T21" fmla="*/ 228 h 241"/>
                          <a:gd name="T22" fmla="*/ 25 w 105"/>
                          <a:gd name="T23" fmla="*/ 229 h 241"/>
                          <a:gd name="T24" fmla="*/ 36 w 105"/>
                          <a:gd name="T25" fmla="*/ 241 h 241"/>
                          <a:gd name="T26" fmla="*/ 47 w 105"/>
                          <a:gd name="T27" fmla="*/ 230 h 241"/>
                          <a:gd name="T28" fmla="*/ 47 w 105"/>
                          <a:gd name="T29" fmla="*/ 229 h 241"/>
                          <a:gd name="T30" fmla="*/ 47 w 105"/>
                          <a:gd name="T31" fmla="*/ 125 h 241"/>
                          <a:gd name="T32" fmla="*/ 52 w 105"/>
                          <a:gd name="T33" fmla="*/ 116 h 241"/>
                          <a:gd name="T34" fmla="*/ 58 w 105"/>
                          <a:gd name="T35" fmla="*/ 125 h 241"/>
                          <a:gd name="T36" fmla="*/ 58 w 105"/>
                          <a:gd name="T37" fmla="*/ 229 h 241"/>
                          <a:gd name="T38" fmla="*/ 58 w 105"/>
                          <a:gd name="T39" fmla="*/ 230 h 241"/>
                          <a:gd name="T40" fmla="*/ 69 w 105"/>
                          <a:gd name="T41" fmla="*/ 241 h 241"/>
                          <a:gd name="T42" fmla="*/ 80 w 105"/>
                          <a:gd name="T43" fmla="*/ 229 h 241"/>
                          <a:gd name="T44" fmla="*/ 80 w 105"/>
                          <a:gd name="T45" fmla="*/ 228 h 241"/>
                          <a:gd name="T46" fmla="*/ 80 w 105"/>
                          <a:gd name="T47" fmla="*/ 228 h 241"/>
                          <a:gd name="T48" fmla="*/ 80 w 105"/>
                          <a:gd name="T49" fmla="*/ 41 h 241"/>
                          <a:gd name="T50" fmla="*/ 86 w 105"/>
                          <a:gd name="T51" fmla="*/ 41 h 241"/>
                          <a:gd name="T52" fmla="*/ 86 w 105"/>
                          <a:gd name="T53" fmla="*/ 124 h 241"/>
                          <a:gd name="T54" fmla="*/ 96 w 105"/>
                          <a:gd name="T55" fmla="*/ 134 h 241"/>
                          <a:gd name="T56" fmla="*/ 105 w 105"/>
                          <a:gd name="T57" fmla="*/ 124 h 241"/>
                          <a:gd name="T58" fmla="*/ 105 w 105"/>
                          <a:gd name="T59" fmla="*/ 30 h 241"/>
                          <a:gd name="T60" fmla="*/ 105 w 105"/>
                          <a:gd name="T61" fmla="*/ 30 h 2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</a:cxnLst>
                        <a:rect l="0" t="0" r="r" b="b"/>
                        <a:pathLst>
                          <a:path w="105" h="241">
                            <a:moveTo>
                              <a:pt x="105" y="30"/>
                            </a:moveTo>
                            <a:cubicBezTo>
                              <a:pt x="104" y="2"/>
                              <a:pt x="79" y="0"/>
                              <a:pt x="52" y="0"/>
                            </a:cubicBezTo>
                            <a:cubicBezTo>
                              <a:pt x="26" y="0"/>
                              <a:pt x="0" y="2"/>
                              <a:pt x="0" y="30"/>
                            </a:cubicBezTo>
                            <a:cubicBezTo>
                              <a:pt x="0" y="30"/>
                              <a:pt x="0" y="30"/>
                              <a:pt x="0" y="30"/>
                            </a:cubicBezTo>
                            <a:cubicBezTo>
                              <a:pt x="0" y="124"/>
                              <a:pt x="0" y="124"/>
                              <a:pt x="0" y="124"/>
                            </a:cubicBezTo>
                            <a:cubicBezTo>
                              <a:pt x="0" y="130"/>
                              <a:pt x="4" y="134"/>
                              <a:pt x="9" y="134"/>
                            </a:cubicBezTo>
                            <a:cubicBezTo>
                              <a:pt x="14" y="134"/>
                              <a:pt x="19" y="130"/>
                              <a:pt x="19" y="124"/>
                            </a:cubicBezTo>
                            <a:cubicBezTo>
                              <a:pt x="19" y="41"/>
                              <a:pt x="19" y="41"/>
                              <a:pt x="19" y="41"/>
                            </a:cubicBezTo>
                            <a:cubicBezTo>
                              <a:pt x="25" y="41"/>
                              <a:pt x="25" y="41"/>
                              <a:pt x="25" y="41"/>
                            </a:cubicBezTo>
                            <a:cubicBezTo>
                              <a:pt x="25" y="228"/>
                              <a:pt x="25" y="228"/>
                              <a:pt x="25" y="228"/>
                            </a:cubicBezTo>
                            <a:cubicBezTo>
                              <a:pt x="25" y="228"/>
                              <a:pt x="25" y="228"/>
                              <a:pt x="25" y="228"/>
                            </a:cubicBezTo>
                            <a:cubicBezTo>
                              <a:pt x="25" y="228"/>
                              <a:pt x="25" y="229"/>
                              <a:pt x="25" y="229"/>
                            </a:cubicBezTo>
                            <a:cubicBezTo>
                              <a:pt x="25" y="235"/>
                              <a:pt x="30" y="241"/>
                              <a:pt x="36" y="241"/>
                            </a:cubicBezTo>
                            <a:cubicBezTo>
                              <a:pt x="41" y="241"/>
                              <a:pt x="46" y="236"/>
                              <a:pt x="47" y="230"/>
                            </a:cubicBezTo>
                            <a:cubicBezTo>
                              <a:pt x="47" y="230"/>
                              <a:pt x="47" y="230"/>
                              <a:pt x="47" y="229"/>
                            </a:cubicBezTo>
                            <a:cubicBezTo>
                              <a:pt x="47" y="125"/>
                              <a:pt x="47" y="125"/>
                              <a:pt x="47" y="125"/>
                            </a:cubicBezTo>
                            <a:cubicBezTo>
                              <a:pt x="47" y="120"/>
                              <a:pt x="48" y="116"/>
                              <a:pt x="52" y="116"/>
                            </a:cubicBezTo>
                            <a:cubicBezTo>
                              <a:pt x="57" y="116"/>
                              <a:pt x="58" y="120"/>
                              <a:pt x="58" y="125"/>
                            </a:cubicBezTo>
                            <a:cubicBezTo>
                              <a:pt x="58" y="229"/>
                              <a:pt x="58" y="229"/>
                              <a:pt x="58" y="229"/>
                            </a:cubicBezTo>
                            <a:cubicBezTo>
                              <a:pt x="58" y="230"/>
                              <a:pt x="58" y="230"/>
                              <a:pt x="58" y="230"/>
                            </a:cubicBezTo>
                            <a:cubicBezTo>
                              <a:pt x="59" y="236"/>
                              <a:pt x="63" y="241"/>
                              <a:pt x="69" y="241"/>
                            </a:cubicBezTo>
                            <a:cubicBezTo>
                              <a:pt x="75" y="241"/>
                              <a:pt x="80" y="235"/>
                              <a:pt x="80" y="229"/>
                            </a:cubicBezTo>
                            <a:cubicBezTo>
                              <a:pt x="80" y="228"/>
                              <a:pt x="80" y="228"/>
                              <a:pt x="80" y="228"/>
                            </a:cubicBezTo>
                            <a:cubicBezTo>
                              <a:pt x="80" y="228"/>
                              <a:pt x="80" y="228"/>
                              <a:pt x="80" y="228"/>
                            </a:cubicBezTo>
                            <a:cubicBezTo>
                              <a:pt x="80" y="41"/>
                              <a:pt x="80" y="41"/>
                              <a:pt x="80" y="41"/>
                            </a:cubicBezTo>
                            <a:cubicBezTo>
                              <a:pt x="86" y="41"/>
                              <a:pt x="86" y="41"/>
                              <a:pt x="86" y="41"/>
                            </a:cubicBezTo>
                            <a:cubicBezTo>
                              <a:pt x="86" y="124"/>
                              <a:pt x="86" y="124"/>
                              <a:pt x="86" y="124"/>
                            </a:cubicBezTo>
                            <a:cubicBezTo>
                              <a:pt x="86" y="130"/>
                              <a:pt x="91" y="134"/>
                              <a:pt x="96" y="134"/>
                            </a:cubicBezTo>
                            <a:cubicBezTo>
                              <a:pt x="101" y="134"/>
                              <a:pt x="105" y="130"/>
                              <a:pt x="105" y="124"/>
                            </a:cubicBezTo>
                            <a:cubicBezTo>
                              <a:pt x="105" y="30"/>
                              <a:pt x="105" y="30"/>
                              <a:pt x="105" y="30"/>
                            </a:cubicBezTo>
                            <a:cubicBezTo>
                              <a:pt x="105" y="30"/>
                              <a:pt x="105" y="30"/>
                              <a:pt x="105" y="30"/>
                            </a:cubicBezTo>
                            <a:close/>
                          </a:path>
                        </a:pathLst>
                      </a:cu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7" name="í$ḷïḑè">
                      <a:extLst>
                        <a:ext uri="{FF2B5EF4-FFF2-40B4-BE49-F238E27FC236}">
                          <a16:creationId xmlns:a16="http://schemas.microsoft.com/office/drawing/2014/main" id="{DED48C26-D127-FA2D-2119-45741A3A95B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422802" y="1248576"/>
                      <a:ext cx="550867" cy="913350"/>
                      <a:chOff x="8467515" y="825516"/>
                      <a:chExt cx="589349" cy="977152"/>
                    </a:xfrm>
                    <a:solidFill>
                      <a:schemeClr val="tx1">
                        <a:lumMod val="50000"/>
                        <a:lumOff val="50000"/>
                      </a:schemeClr>
                    </a:solidFill>
                  </p:grpSpPr>
                  <p:sp>
                    <p:nvSpPr>
                      <p:cNvPr id="62" name="î$ľïḓe">
                        <a:extLst>
                          <a:ext uri="{FF2B5EF4-FFF2-40B4-BE49-F238E27FC236}">
                            <a16:creationId xmlns:a16="http://schemas.microsoft.com/office/drawing/2014/main" id="{C4651E09-1948-9653-6035-F3055F0A441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691300" y="825516"/>
                        <a:ext cx="144557" cy="154287"/>
                      </a:xfrm>
                      <a:prstGeom prst="ellipse">
                        <a:avLst/>
                      </a:pr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3" name="ïṡļide">
                        <a:extLst>
                          <a:ext uri="{FF2B5EF4-FFF2-40B4-BE49-F238E27FC236}">
                            <a16:creationId xmlns:a16="http://schemas.microsoft.com/office/drawing/2014/main" id="{0894EA8F-7558-A4D9-340C-31AE3CAA9A21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8467515" y="1010383"/>
                        <a:ext cx="589349" cy="792285"/>
                      </a:xfrm>
                      <a:custGeom>
                        <a:avLst/>
                        <a:gdLst>
                          <a:gd name="T0" fmla="*/ 177 w 179"/>
                          <a:gd name="T1" fmla="*/ 45 h 241"/>
                          <a:gd name="T2" fmla="*/ 164 w 179"/>
                          <a:gd name="T3" fmla="*/ 41 h 241"/>
                          <a:gd name="T4" fmla="*/ 143 w 179"/>
                          <a:gd name="T5" fmla="*/ 51 h 241"/>
                          <a:gd name="T6" fmla="*/ 143 w 179"/>
                          <a:gd name="T7" fmla="*/ 30 h 241"/>
                          <a:gd name="T8" fmla="*/ 143 w 179"/>
                          <a:gd name="T9" fmla="*/ 30 h 241"/>
                          <a:gd name="T10" fmla="*/ 90 w 179"/>
                          <a:gd name="T11" fmla="*/ 0 h 241"/>
                          <a:gd name="T12" fmla="*/ 37 w 179"/>
                          <a:gd name="T13" fmla="*/ 30 h 241"/>
                          <a:gd name="T14" fmla="*/ 37 w 179"/>
                          <a:gd name="T15" fmla="*/ 30 h 241"/>
                          <a:gd name="T16" fmla="*/ 37 w 179"/>
                          <a:gd name="T17" fmla="*/ 51 h 241"/>
                          <a:gd name="T18" fmla="*/ 16 w 179"/>
                          <a:gd name="T19" fmla="*/ 41 h 241"/>
                          <a:gd name="T20" fmla="*/ 3 w 179"/>
                          <a:gd name="T21" fmla="*/ 45 h 241"/>
                          <a:gd name="T22" fmla="*/ 8 w 179"/>
                          <a:gd name="T23" fmla="*/ 58 h 241"/>
                          <a:gd name="T24" fmla="*/ 56 w 179"/>
                          <a:gd name="T25" fmla="*/ 82 h 241"/>
                          <a:gd name="T26" fmla="*/ 56 w 179"/>
                          <a:gd name="T27" fmla="*/ 40 h 241"/>
                          <a:gd name="T28" fmla="*/ 62 w 179"/>
                          <a:gd name="T29" fmla="*/ 40 h 241"/>
                          <a:gd name="T30" fmla="*/ 62 w 179"/>
                          <a:gd name="T31" fmla="*/ 228 h 241"/>
                          <a:gd name="T32" fmla="*/ 62 w 179"/>
                          <a:gd name="T33" fmla="*/ 228 h 241"/>
                          <a:gd name="T34" fmla="*/ 62 w 179"/>
                          <a:gd name="T35" fmla="*/ 229 h 241"/>
                          <a:gd name="T36" fmla="*/ 73 w 179"/>
                          <a:gd name="T37" fmla="*/ 241 h 241"/>
                          <a:gd name="T38" fmla="*/ 84 w 179"/>
                          <a:gd name="T39" fmla="*/ 230 h 241"/>
                          <a:gd name="T40" fmla="*/ 84 w 179"/>
                          <a:gd name="T41" fmla="*/ 229 h 241"/>
                          <a:gd name="T42" fmla="*/ 84 w 179"/>
                          <a:gd name="T43" fmla="*/ 125 h 241"/>
                          <a:gd name="T44" fmla="*/ 90 w 179"/>
                          <a:gd name="T45" fmla="*/ 116 h 241"/>
                          <a:gd name="T46" fmla="*/ 95 w 179"/>
                          <a:gd name="T47" fmla="*/ 125 h 241"/>
                          <a:gd name="T48" fmla="*/ 95 w 179"/>
                          <a:gd name="T49" fmla="*/ 229 h 241"/>
                          <a:gd name="T50" fmla="*/ 96 w 179"/>
                          <a:gd name="T51" fmla="*/ 230 h 241"/>
                          <a:gd name="T52" fmla="*/ 106 w 179"/>
                          <a:gd name="T53" fmla="*/ 241 h 241"/>
                          <a:gd name="T54" fmla="*/ 118 w 179"/>
                          <a:gd name="T55" fmla="*/ 229 h 241"/>
                          <a:gd name="T56" fmla="*/ 118 w 179"/>
                          <a:gd name="T57" fmla="*/ 228 h 241"/>
                          <a:gd name="T58" fmla="*/ 118 w 179"/>
                          <a:gd name="T59" fmla="*/ 40 h 241"/>
                          <a:gd name="T60" fmla="*/ 124 w 179"/>
                          <a:gd name="T61" fmla="*/ 40 h 241"/>
                          <a:gd name="T62" fmla="*/ 124 w 179"/>
                          <a:gd name="T63" fmla="*/ 82 h 241"/>
                          <a:gd name="T64" fmla="*/ 172 w 179"/>
                          <a:gd name="T65" fmla="*/ 58 h 241"/>
                          <a:gd name="T66" fmla="*/ 177 w 179"/>
                          <a:gd name="T67" fmla="*/ 45 h 24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</a:cxnLst>
                        <a:rect l="0" t="0" r="r" b="b"/>
                        <a:pathLst>
                          <a:path w="179" h="241">
                            <a:moveTo>
                              <a:pt x="177" y="45"/>
                            </a:moveTo>
                            <a:cubicBezTo>
                              <a:pt x="175" y="41"/>
                              <a:pt x="169" y="39"/>
                              <a:pt x="164" y="41"/>
                            </a:cubicBezTo>
                            <a:cubicBezTo>
                              <a:pt x="143" y="51"/>
                              <a:pt x="143" y="51"/>
                              <a:pt x="143" y="51"/>
                            </a:cubicBezTo>
                            <a:cubicBezTo>
                              <a:pt x="143" y="30"/>
                              <a:pt x="143" y="30"/>
                              <a:pt x="143" y="30"/>
                            </a:cubicBezTo>
                            <a:cubicBezTo>
                              <a:pt x="143" y="30"/>
                              <a:pt x="143" y="30"/>
                              <a:pt x="143" y="30"/>
                            </a:cubicBezTo>
                            <a:cubicBezTo>
                              <a:pt x="142" y="2"/>
                              <a:pt x="116" y="0"/>
                              <a:pt x="90" y="0"/>
                            </a:cubicBezTo>
                            <a:cubicBezTo>
                              <a:pt x="63" y="0"/>
                              <a:pt x="38" y="2"/>
                              <a:pt x="37" y="30"/>
                            </a:cubicBezTo>
                            <a:cubicBezTo>
                              <a:pt x="37" y="30"/>
                              <a:pt x="37" y="30"/>
                              <a:pt x="37" y="30"/>
                            </a:cubicBezTo>
                            <a:cubicBezTo>
                              <a:pt x="37" y="51"/>
                              <a:pt x="37" y="51"/>
                              <a:pt x="37" y="51"/>
                            </a:cubicBezTo>
                            <a:cubicBezTo>
                              <a:pt x="16" y="41"/>
                              <a:pt x="16" y="41"/>
                              <a:pt x="16" y="41"/>
                            </a:cubicBezTo>
                            <a:cubicBezTo>
                              <a:pt x="11" y="39"/>
                              <a:pt x="5" y="41"/>
                              <a:pt x="3" y="45"/>
                            </a:cubicBezTo>
                            <a:cubicBezTo>
                              <a:pt x="0" y="50"/>
                              <a:pt x="3" y="56"/>
                              <a:pt x="8" y="58"/>
                            </a:cubicBezTo>
                            <a:cubicBezTo>
                              <a:pt x="56" y="82"/>
                              <a:pt x="56" y="82"/>
                              <a:pt x="56" y="82"/>
                            </a:cubicBezTo>
                            <a:cubicBezTo>
                              <a:pt x="56" y="40"/>
                              <a:pt x="56" y="40"/>
                              <a:pt x="56" y="40"/>
                            </a:cubicBezTo>
                            <a:cubicBezTo>
                              <a:pt x="62" y="40"/>
                              <a:pt x="62" y="40"/>
                              <a:pt x="62" y="40"/>
                            </a:cubicBezTo>
                            <a:cubicBezTo>
                              <a:pt x="62" y="228"/>
                              <a:pt x="62" y="228"/>
                              <a:pt x="62" y="228"/>
                            </a:cubicBezTo>
                            <a:cubicBezTo>
                              <a:pt x="62" y="228"/>
                              <a:pt x="62" y="228"/>
                              <a:pt x="62" y="228"/>
                            </a:cubicBezTo>
                            <a:cubicBezTo>
                              <a:pt x="62" y="228"/>
                              <a:pt x="62" y="228"/>
                              <a:pt x="62" y="229"/>
                            </a:cubicBezTo>
                            <a:cubicBezTo>
                              <a:pt x="62" y="235"/>
                              <a:pt x="67" y="241"/>
                              <a:pt x="73" y="241"/>
                            </a:cubicBezTo>
                            <a:cubicBezTo>
                              <a:pt x="79" y="241"/>
                              <a:pt x="84" y="236"/>
                              <a:pt x="84" y="230"/>
                            </a:cubicBezTo>
                            <a:cubicBezTo>
                              <a:pt x="84" y="230"/>
                              <a:pt x="84" y="230"/>
                              <a:pt x="84" y="229"/>
                            </a:cubicBezTo>
                            <a:cubicBezTo>
                              <a:pt x="84" y="125"/>
                              <a:pt x="84" y="125"/>
                              <a:pt x="84" y="125"/>
                            </a:cubicBezTo>
                            <a:cubicBezTo>
                              <a:pt x="84" y="120"/>
                              <a:pt x="85" y="116"/>
                              <a:pt x="90" y="116"/>
                            </a:cubicBezTo>
                            <a:cubicBezTo>
                              <a:pt x="95" y="116"/>
                              <a:pt x="95" y="120"/>
                              <a:pt x="95" y="125"/>
                            </a:cubicBezTo>
                            <a:cubicBezTo>
                              <a:pt x="95" y="229"/>
                              <a:pt x="95" y="229"/>
                              <a:pt x="95" y="229"/>
                            </a:cubicBezTo>
                            <a:cubicBezTo>
                              <a:pt x="95" y="230"/>
                              <a:pt x="95" y="230"/>
                              <a:pt x="96" y="230"/>
                            </a:cubicBezTo>
                            <a:cubicBezTo>
                              <a:pt x="96" y="236"/>
                              <a:pt x="101" y="241"/>
                              <a:pt x="106" y="241"/>
                            </a:cubicBezTo>
                            <a:cubicBezTo>
                              <a:pt x="113" y="241"/>
                              <a:pt x="118" y="235"/>
                              <a:pt x="118" y="229"/>
                            </a:cubicBezTo>
                            <a:cubicBezTo>
                              <a:pt x="118" y="228"/>
                              <a:pt x="118" y="228"/>
                              <a:pt x="118" y="228"/>
                            </a:cubicBezTo>
                            <a:cubicBezTo>
                              <a:pt x="118" y="40"/>
                              <a:pt x="118" y="40"/>
                              <a:pt x="118" y="40"/>
                            </a:cubicBezTo>
                            <a:cubicBezTo>
                              <a:pt x="124" y="40"/>
                              <a:pt x="124" y="40"/>
                              <a:pt x="124" y="40"/>
                            </a:cubicBezTo>
                            <a:cubicBezTo>
                              <a:pt x="124" y="82"/>
                              <a:pt x="124" y="82"/>
                              <a:pt x="124" y="82"/>
                            </a:cubicBezTo>
                            <a:cubicBezTo>
                              <a:pt x="172" y="58"/>
                              <a:pt x="172" y="58"/>
                              <a:pt x="172" y="58"/>
                            </a:cubicBezTo>
                            <a:cubicBezTo>
                              <a:pt x="177" y="56"/>
                              <a:pt x="179" y="50"/>
                              <a:pt x="177" y="45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48" name="ís1iḋé">
                      <a:extLst>
                        <a:ext uri="{FF2B5EF4-FFF2-40B4-BE49-F238E27FC236}">
                          <a16:creationId xmlns:a16="http://schemas.microsoft.com/office/drawing/2014/main" id="{3CD6F921-AABA-A838-B5FA-4A6E83BAA4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63069" y="4692205"/>
                      <a:ext cx="422244" cy="912046"/>
                      <a:chOff x="6276918" y="4540915"/>
                      <a:chExt cx="451741" cy="975761"/>
                    </a:xfrm>
                    <a:solidFill>
                      <a:schemeClr val="tx1">
                        <a:lumMod val="50000"/>
                        <a:lumOff val="50000"/>
                      </a:schemeClr>
                    </a:solidFill>
                  </p:grpSpPr>
                  <p:sp>
                    <p:nvSpPr>
                      <p:cNvPr id="58" name="ïśļîḑe">
                        <a:extLst>
                          <a:ext uri="{FF2B5EF4-FFF2-40B4-BE49-F238E27FC236}">
                            <a16:creationId xmlns:a16="http://schemas.microsoft.com/office/drawing/2014/main" id="{4816F4DF-19C2-3935-3E76-F9347412C7B3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468734" y="4540915"/>
                        <a:ext cx="140387" cy="151507"/>
                      </a:xfrm>
                      <a:custGeom>
                        <a:avLst/>
                        <a:gdLst>
                          <a:gd name="T0" fmla="*/ 0 w 43"/>
                          <a:gd name="T1" fmla="*/ 23 h 46"/>
                          <a:gd name="T2" fmla="*/ 21 w 43"/>
                          <a:gd name="T3" fmla="*/ 46 h 46"/>
                          <a:gd name="T4" fmla="*/ 43 w 43"/>
                          <a:gd name="T5" fmla="*/ 23 h 46"/>
                          <a:gd name="T6" fmla="*/ 22 w 43"/>
                          <a:gd name="T7" fmla="*/ 0 h 46"/>
                          <a:gd name="T8" fmla="*/ 0 w 43"/>
                          <a:gd name="T9" fmla="*/ 23 h 46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</a:cxnLst>
                        <a:rect l="0" t="0" r="r" b="b"/>
                        <a:pathLst>
                          <a:path w="43" h="46">
                            <a:moveTo>
                              <a:pt x="0" y="23"/>
                            </a:moveTo>
                            <a:cubicBezTo>
                              <a:pt x="0" y="35"/>
                              <a:pt x="10" y="46"/>
                              <a:pt x="21" y="46"/>
                            </a:cubicBezTo>
                            <a:cubicBezTo>
                              <a:pt x="33" y="46"/>
                              <a:pt x="43" y="36"/>
                              <a:pt x="43" y="23"/>
                            </a:cubicBezTo>
                            <a:cubicBezTo>
                              <a:pt x="43" y="10"/>
                              <a:pt x="33" y="0"/>
                              <a:pt x="22" y="0"/>
                            </a:cubicBezTo>
                            <a:cubicBezTo>
                              <a:pt x="10" y="0"/>
                              <a:pt x="0" y="10"/>
                              <a:pt x="0" y="23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59" name="îšľïďê">
                        <a:extLst>
                          <a:ext uri="{FF2B5EF4-FFF2-40B4-BE49-F238E27FC236}">
                            <a16:creationId xmlns:a16="http://schemas.microsoft.com/office/drawing/2014/main" id="{207A749A-FC81-CC3C-471E-DA65EAFA62F4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276918" y="4704931"/>
                        <a:ext cx="442011" cy="654678"/>
                      </a:xfrm>
                      <a:custGeom>
                        <a:avLst/>
                        <a:gdLst>
                          <a:gd name="T0" fmla="*/ 1 w 134"/>
                          <a:gd name="T1" fmla="*/ 84 h 199"/>
                          <a:gd name="T2" fmla="*/ 10 w 134"/>
                          <a:gd name="T3" fmla="*/ 36 h 199"/>
                          <a:gd name="T4" fmla="*/ 15 w 134"/>
                          <a:gd name="T5" fmla="*/ 29 h 199"/>
                          <a:gd name="T6" fmla="*/ 61 w 134"/>
                          <a:gd name="T7" fmla="*/ 2 h 199"/>
                          <a:gd name="T8" fmla="*/ 62 w 134"/>
                          <a:gd name="T9" fmla="*/ 2 h 199"/>
                          <a:gd name="T10" fmla="*/ 62 w 134"/>
                          <a:gd name="T11" fmla="*/ 1 h 199"/>
                          <a:gd name="T12" fmla="*/ 63 w 134"/>
                          <a:gd name="T13" fmla="*/ 1 h 199"/>
                          <a:gd name="T14" fmla="*/ 63 w 134"/>
                          <a:gd name="T15" fmla="*/ 1 h 199"/>
                          <a:gd name="T16" fmla="*/ 64 w 134"/>
                          <a:gd name="T17" fmla="*/ 1 h 199"/>
                          <a:gd name="T18" fmla="*/ 64 w 134"/>
                          <a:gd name="T19" fmla="*/ 1 h 199"/>
                          <a:gd name="T20" fmla="*/ 65 w 134"/>
                          <a:gd name="T21" fmla="*/ 1 h 199"/>
                          <a:gd name="T22" fmla="*/ 65 w 134"/>
                          <a:gd name="T23" fmla="*/ 0 h 199"/>
                          <a:gd name="T24" fmla="*/ 66 w 134"/>
                          <a:gd name="T25" fmla="*/ 0 h 199"/>
                          <a:gd name="T26" fmla="*/ 66 w 134"/>
                          <a:gd name="T27" fmla="*/ 0 h 199"/>
                          <a:gd name="T28" fmla="*/ 67 w 134"/>
                          <a:gd name="T29" fmla="*/ 0 h 199"/>
                          <a:gd name="T30" fmla="*/ 67 w 134"/>
                          <a:gd name="T31" fmla="*/ 0 h 199"/>
                          <a:gd name="T32" fmla="*/ 68 w 134"/>
                          <a:gd name="T33" fmla="*/ 0 h 199"/>
                          <a:gd name="T34" fmla="*/ 68 w 134"/>
                          <a:gd name="T35" fmla="*/ 0 h 199"/>
                          <a:gd name="T36" fmla="*/ 69 w 134"/>
                          <a:gd name="T37" fmla="*/ 0 h 199"/>
                          <a:gd name="T38" fmla="*/ 69 w 134"/>
                          <a:gd name="T39" fmla="*/ 1 h 199"/>
                          <a:gd name="T40" fmla="*/ 70 w 134"/>
                          <a:gd name="T41" fmla="*/ 1 h 199"/>
                          <a:gd name="T42" fmla="*/ 70 w 134"/>
                          <a:gd name="T43" fmla="*/ 1 h 199"/>
                          <a:gd name="T44" fmla="*/ 92 w 134"/>
                          <a:gd name="T45" fmla="*/ 9 h 199"/>
                          <a:gd name="T46" fmla="*/ 99 w 134"/>
                          <a:gd name="T47" fmla="*/ 21 h 199"/>
                          <a:gd name="T48" fmla="*/ 92 w 134"/>
                          <a:gd name="T49" fmla="*/ 89 h 199"/>
                          <a:gd name="T50" fmla="*/ 92 w 134"/>
                          <a:gd name="T51" fmla="*/ 90 h 199"/>
                          <a:gd name="T52" fmla="*/ 129 w 134"/>
                          <a:gd name="T53" fmla="*/ 113 h 199"/>
                          <a:gd name="T54" fmla="*/ 134 w 134"/>
                          <a:gd name="T55" fmla="*/ 123 h 199"/>
                          <a:gd name="T56" fmla="*/ 127 w 134"/>
                          <a:gd name="T57" fmla="*/ 188 h 199"/>
                          <a:gd name="T58" fmla="*/ 116 w 134"/>
                          <a:gd name="T59" fmla="*/ 199 h 199"/>
                          <a:gd name="T60" fmla="*/ 105 w 134"/>
                          <a:gd name="T61" fmla="*/ 187 h 199"/>
                          <a:gd name="T62" fmla="*/ 112 w 134"/>
                          <a:gd name="T63" fmla="*/ 130 h 199"/>
                          <a:gd name="T64" fmla="*/ 56 w 134"/>
                          <a:gd name="T65" fmla="*/ 96 h 199"/>
                          <a:gd name="T66" fmla="*/ 55 w 134"/>
                          <a:gd name="T67" fmla="*/ 95 h 199"/>
                          <a:gd name="T68" fmla="*/ 55 w 134"/>
                          <a:gd name="T69" fmla="*/ 95 h 199"/>
                          <a:gd name="T70" fmla="*/ 54 w 134"/>
                          <a:gd name="T71" fmla="*/ 95 h 199"/>
                          <a:gd name="T72" fmla="*/ 54 w 134"/>
                          <a:gd name="T73" fmla="*/ 95 h 199"/>
                          <a:gd name="T74" fmla="*/ 53 w 134"/>
                          <a:gd name="T75" fmla="*/ 94 h 199"/>
                          <a:gd name="T76" fmla="*/ 53 w 134"/>
                          <a:gd name="T77" fmla="*/ 94 h 199"/>
                          <a:gd name="T78" fmla="*/ 52 w 134"/>
                          <a:gd name="T79" fmla="*/ 93 h 199"/>
                          <a:gd name="T80" fmla="*/ 52 w 134"/>
                          <a:gd name="T81" fmla="*/ 93 h 199"/>
                          <a:gd name="T82" fmla="*/ 52 w 134"/>
                          <a:gd name="T83" fmla="*/ 93 h 199"/>
                          <a:gd name="T84" fmla="*/ 51 w 134"/>
                          <a:gd name="T85" fmla="*/ 90 h 199"/>
                          <a:gd name="T86" fmla="*/ 51 w 134"/>
                          <a:gd name="T87" fmla="*/ 90 h 199"/>
                          <a:gd name="T88" fmla="*/ 50 w 134"/>
                          <a:gd name="T89" fmla="*/ 89 h 199"/>
                          <a:gd name="T90" fmla="*/ 50 w 134"/>
                          <a:gd name="T91" fmla="*/ 89 h 199"/>
                          <a:gd name="T92" fmla="*/ 50 w 134"/>
                          <a:gd name="T93" fmla="*/ 88 h 199"/>
                          <a:gd name="T94" fmla="*/ 50 w 134"/>
                          <a:gd name="T95" fmla="*/ 87 h 199"/>
                          <a:gd name="T96" fmla="*/ 50 w 134"/>
                          <a:gd name="T97" fmla="*/ 87 h 199"/>
                          <a:gd name="T98" fmla="*/ 50 w 134"/>
                          <a:gd name="T99" fmla="*/ 86 h 199"/>
                          <a:gd name="T100" fmla="*/ 50 w 134"/>
                          <a:gd name="T101" fmla="*/ 85 h 199"/>
                          <a:gd name="T102" fmla="*/ 50 w 134"/>
                          <a:gd name="T103" fmla="*/ 85 h 199"/>
                          <a:gd name="T104" fmla="*/ 50 w 134"/>
                          <a:gd name="T105" fmla="*/ 84 h 199"/>
                          <a:gd name="T106" fmla="*/ 50 w 134"/>
                          <a:gd name="T107" fmla="*/ 84 h 199"/>
                          <a:gd name="T108" fmla="*/ 56 w 134"/>
                          <a:gd name="T109" fmla="*/ 33 h 199"/>
                          <a:gd name="T110" fmla="*/ 31 w 134"/>
                          <a:gd name="T111" fmla="*/ 46 h 199"/>
                          <a:gd name="T112" fmla="*/ 23 w 134"/>
                          <a:gd name="T113" fmla="*/ 89 h 199"/>
                          <a:gd name="T114" fmla="*/ 10 w 134"/>
                          <a:gd name="T115" fmla="*/ 98 h 199"/>
                          <a:gd name="T116" fmla="*/ 1 w 134"/>
                          <a:gd name="T117" fmla="*/ 84 h 199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</a:cxnLst>
                        <a:rect l="0" t="0" r="r" b="b"/>
                        <a:pathLst>
                          <a:path w="134" h="199">
                            <a:moveTo>
                              <a:pt x="1" y="84"/>
                            </a:moveTo>
                            <a:cubicBezTo>
                              <a:pt x="10" y="36"/>
                              <a:pt x="10" y="36"/>
                              <a:pt x="10" y="36"/>
                            </a:cubicBezTo>
                            <a:cubicBezTo>
                              <a:pt x="11" y="33"/>
                              <a:pt x="13" y="30"/>
                              <a:pt x="15" y="29"/>
                            </a:cubicBezTo>
                            <a:cubicBezTo>
                              <a:pt x="61" y="2"/>
                              <a:pt x="61" y="2"/>
                              <a:pt x="61" y="2"/>
                            </a:cubicBezTo>
                            <a:cubicBezTo>
                              <a:pt x="61" y="2"/>
                              <a:pt x="62" y="2"/>
                              <a:pt x="62" y="2"/>
                            </a:cubicBezTo>
                            <a:cubicBezTo>
                              <a:pt x="62" y="2"/>
                              <a:pt x="62" y="2"/>
                              <a:pt x="62" y="1"/>
                            </a:cubicBezTo>
                            <a:cubicBezTo>
                              <a:pt x="62" y="1"/>
                              <a:pt x="63" y="1"/>
                              <a:pt x="63" y="1"/>
                            </a:cubicBezTo>
                            <a:cubicBezTo>
                              <a:pt x="63" y="1"/>
                              <a:pt x="63" y="1"/>
                              <a:pt x="63" y="1"/>
                            </a:cubicBezTo>
                            <a:cubicBezTo>
                              <a:pt x="63" y="1"/>
                              <a:pt x="64" y="1"/>
                              <a:pt x="64" y="1"/>
                            </a:cubicBezTo>
                            <a:cubicBezTo>
                              <a:pt x="64" y="1"/>
                              <a:pt x="64" y="1"/>
                              <a:pt x="64" y="1"/>
                            </a:cubicBezTo>
                            <a:cubicBezTo>
                              <a:pt x="64" y="1"/>
                              <a:pt x="65" y="1"/>
                              <a:pt x="65" y="1"/>
                            </a:cubicBezTo>
                            <a:cubicBezTo>
                              <a:pt x="65" y="0"/>
                              <a:pt x="65" y="0"/>
                              <a:pt x="65" y="0"/>
                            </a:cubicBezTo>
                            <a:cubicBezTo>
                              <a:pt x="65" y="0"/>
                              <a:pt x="66" y="0"/>
                              <a:pt x="66" y="0"/>
                            </a:cubicBezTo>
                            <a:cubicBezTo>
                              <a:pt x="66" y="0"/>
                              <a:pt x="66" y="0"/>
                              <a:pt x="66" y="0"/>
                            </a:cubicBezTo>
                            <a:cubicBezTo>
                              <a:pt x="66" y="0"/>
                              <a:pt x="67" y="0"/>
                              <a:pt x="67" y="0"/>
                            </a:cubicBezTo>
                            <a:cubicBezTo>
                              <a:pt x="67" y="0"/>
                              <a:pt x="67" y="0"/>
                              <a:pt x="67" y="0"/>
                            </a:cubicBezTo>
                            <a:cubicBezTo>
                              <a:pt x="67" y="0"/>
                              <a:pt x="68" y="0"/>
                              <a:pt x="68" y="0"/>
                            </a:cubicBezTo>
                            <a:cubicBezTo>
                              <a:pt x="68" y="0"/>
                              <a:pt x="68" y="0"/>
                              <a:pt x="68" y="0"/>
                            </a:cubicBezTo>
                            <a:cubicBezTo>
                              <a:pt x="69" y="0"/>
                              <a:pt x="69" y="0"/>
                              <a:pt x="69" y="0"/>
                            </a:cubicBezTo>
                            <a:cubicBezTo>
                              <a:pt x="69" y="1"/>
                              <a:pt x="69" y="1"/>
                              <a:pt x="69" y="1"/>
                            </a:cubicBezTo>
                            <a:cubicBezTo>
                              <a:pt x="70" y="1"/>
                              <a:pt x="70" y="1"/>
                              <a:pt x="70" y="1"/>
                            </a:cubicBezTo>
                            <a:cubicBezTo>
                              <a:pt x="70" y="1"/>
                              <a:pt x="70" y="1"/>
                              <a:pt x="70" y="1"/>
                            </a:cubicBezTo>
                            <a:cubicBezTo>
                              <a:pt x="92" y="9"/>
                              <a:pt x="92" y="9"/>
                              <a:pt x="92" y="9"/>
                            </a:cubicBezTo>
                            <a:cubicBezTo>
                              <a:pt x="97" y="10"/>
                              <a:pt x="100" y="16"/>
                              <a:pt x="99" y="21"/>
                            </a:cubicBezTo>
                            <a:cubicBezTo>
                              <a:pt x="92" y="89"/>
                              <a:pt x="92" y="89"/>
                              <a:pt x="92" y="89"/>
                            </a:cubicBezTo>
                            <a:cubicBezTo>
                              <a:pt x="92" y="89"/>
                              <a:pt x="92" y="90"/>
                              <a:pt x="92" y="90"/>
                            </a:cubicBezTo>
                            <a:cubicBezTo>
                              <a:pt x="129" y="113"/>
                              <a:pt x="129" y="113"/>
                              <a:pt x="129" y="113"/>
                            </a:cubicBezTo>
                            <a:cubicBezTo>
                              <a:pt x="132" y="115"/>
                              <a:pt x="134" y="119"/>
                              <a:pt x="134" y="123"/>
                            </a:cubicBezTo>
                            <a:cubicBezTo>
                              <a:pt x="127" y="188"/>
                              <a:pt x="127" y="188"/>
                              <a:pt x="127" y="188"/>
                            </a:cubicBezTo>
                            <a:cubicBezTo>
                              <a:pt x="127" y="194"/>
                              <a:pt x="122" y="199"/>
                              <a:pt x="116" y="199"/>
                            </a:cubicBezTo>
                            <a:cubicBezTo>
                              <a:pt x="110" y="199"/>
                              <a:pt x="105" y="194"/>
                              <a:pt x="105" y="187"/>
                            </a:cubicBezTo>
                            <a:cubicBezTo>
                              <a:pt x="112" y="130"/>
                              <a:pt x="112" y="130"/>
                              <a:pt x="112" y="130"/>
                            </a:cubicBezTo>
                            <a:cubicBezTo>
                              <a:pt x="56" y="96"/>
                              <a:pt x="56" y="96"/>
                              <a:pt x="56" y="96"/>
                            </a:cubicBezTo>
                            <a:cubicBezTo>
                              <a:pt x="55" y="96"/>
                              <a:pt x="55" y="95"/>
                              <a:pt x="55" y="95"/>
                            </a:cubicBezTo>
                            <a:cubicBezTo>
                              <a:pt x="55" y="95"/>
                              <a:pt x="55" y="95"/>
                              <a:pt x="55" y="95"/>
                            </a:cubicBezTo>
                            <a:cubicBezTo>
                              <a:pt x="54" y="95"/>
                              <a:pt x="54" y="95"/>
                              <a:pt x="54" y="95"/>
                            </a:cubicBezTo>
                            <a:cubicBezTo>
                              <a:pt x="54" y="95"/>
                              <a:pt x="54" y="95"/>
                              <a:pt x="54" y="95"/>
                            </a:cubicBezTo>
                            <a:cubicBezTo>
                              <a:pt x="54" y="94"/>
                              <a:pt x="53" y="94"/>
                              <a:pt x="53" y="94"/>
                            </a:cubicBezTo>
                            <a:cubicBezTo>
                              <a:pt x="53" y="94"/>
                              <a:pt x="53" y="94"/>
                              <a:pt x="53" y="94"/>
                            </a:cubicBezTo>
                            <a:cubicBezTo>
                              <a:pt x="53" y="93"/>
                              <a:pt x="53" y="93"/>
                              <a:pt x="52" y="93"/>
                            </a:cubicBezTo>
                            <a:cubicBezTo>
                              <a:pt x="52" y="93"/>
                              <a:pt x="52" y="93"/>
                              <a:pt x="52" y="93"/>
                            </a:cubicBezTo>
                            <a:cubicBezTo>
                              <a:pt x="52" y="93"/>
                              <a:pt x="52" y="93"/>
                              <a:pt x="52" y="93"/>
                            </a:cubicBezTo>
                            <a:cubicBezTo>
                              <a:pt x="52" y="92"/>
                              <a:pt x="51" y="91"/>
                              <a:pt x="51" y="90"/>
                            </a:cubicBezTo>
                            <a:cubicBezTo>
                              <a:pt x="51" y="90"/>
                              <a:pt x="51" y="90"/>
                              <a:pt x="51" y="90"/>
                            </a:cubicBezTo>
                            <a:cubicBezTo>
                              <a:pt x="51" y="89"/>
                              <a:pt x="50" y="89"/>
                              <a:pt x="50" y="89"/>
                            </a:cubicBezTo>
                            <a:cubicBezTo>
                              <a:pt x="50" y="89"/>
                              <a:pt x="50" y="89"/>
                              <a:pt x="50" y="89"/>
                            </a:cubicBezTo>
                            <a:cubicBezTo>
                              <a:pt x="50" y="88"/>
                              <a:pt x="50" y="88"/>
                              <a:pt x="50" y="88"/>
                            </a:cubicBezTo>
                            <a:cubicBezTo>
                              <a:pt x="50" y="88"/>
                              <a:pt x="50" y="88"/>
                              <a:pt x="50" y="87"/>
                            </a:cubicBezTo>
                            <a:cubicBezTo>
                              <a:pt x="50" y="87"/>
                              <a:pt x="50" y="87"/>
                              <a:pt x="50" y="87"/>
                            </a:cubicBezTo>
                            <a:cubicBezTo>
                              <a:pt x="50" y="86"/>
                              <a:pt x="50" y="86"/>
                              <a:pt x="50" y="86"/>
                            </a:cubicBezTo>
                            <a:cubicBezTo>
                              <a:pt x="50" y="86"/>
                              <a:pt x="50" y="86"/>
                              <a:pt x="50" y="85"/>
                            </a:cubicBezTo>
                            <a:cubicBezTo>
                              <a:pt x="50" y="85"/>
                              <a:pt x="50" y="85"/>
                              <a:pt x="50" y="85"/>
                            </a:cubicBezTo>
                            <a:cubicBezTo>
                              <a:pt x="50" y="85"/>
                              <a:pt x="50" y="85"/>
                              <a:pt x="50" y="84"/>
                            </a:cubicBezTo>
                            <a:cubicBezTo>
                              <a:pt x="50" y="84"/>
                              <a:pt x="50" y="84"/>
                              <a:pt x="50" y="84"/>
                            </a:cubicBezTo>
                            <a:cubicBezTo>
                              <a:pt x="56" y="33"/>
                              <a:pt x="56" y="33"/>
                              <a:pt x="56" y="33"/>
                            </a:cubicBezTo>
                            <a:cubicBezTo>
                              <a:pt x="31" y="46"/>
                              <a:pt x="31" y="46"/>
                              <a:pt x="31" y="46"/>
                            </a:cubicBezTo>
                            <a:cubicBezTo>
                              <a:pt x="23" y="89"/>
                              <a:pt x="23" y="89"/>
                              <a:pt x="23" y="89"/>
                            </a:cubicBezTo>
                            <a:cubicBezTo>
                              <a:pt x="21" y="95"/>
                              <a:pt x="15" y="99"/>
                              <a:pt x="10" y="98"/>
                            </a:cubicBezTo>
                            <a:cubicBezTo>
                              <a:pt x="4" y="96"/>
                              <a:pt x="0" y="90"/>
                              <a:pt x="1" y="84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0" name="ïSľïḋè">
                        <a:extLst>
                          <a:ext uri="{FF2B5EF4-FFF2-40B4-BE49-F238E27FC236}">
                            <a16:creationId xmlns:a16="http://schemas.microsoft.com/office/drawing/2014/main" id="{88F59F3C-A93E-D6BF-67EB-34076F9C5559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389505" y="5039915"/>
                        <a:ext cx="132047" cy="476761"/>
                      </a:xfrm>
                      <a:custGeom>
                        <a:avLst/>
                        <a:gdLst>
                          <a:gd name="T0" fmla="*/ 1 w 40"/>
                          <a:gd name="T1" fmla="*/ 131 h 145"/>
                          <a:gd name="T2" fmla="*/ 19 w 40"/>
                          <a:gd name="T3" fmla="*/ 1 h 145"/>
                          <a:gd name="T4" fmla="*/ 20 w 40"/>
                          <a:gd name="T5" fmla="*/ 0 h 145"/>
                          <a:gd name="T6" fmla="*/ 40 w 40"/>
                          <a:gd name="T7" fmla="*/ 12 h 145"/>
                          <a:gd name="T8" fmla="*/ 23 w 40"/>
                          <a:gd name="T9" fmla="*/ 135 h 145"/>
                          <a:gd name="T10" fmla="*/ 10 w 40"/>
                          <a:gd name="T11" fmla="*/ 144 h 145"/>
                          <a:gd name="T12" fmla="*/ 1 w 40"/>
                          <a:gd name="T13" fmla="*/ 131 h 145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</a:cxnLst>
                        <a:rect l="0" t="0" r="r" b="b"/>
                        <a:pathLst>
                          <a:path w="40" h="145">
                            <a:moveTo>
                              <a:pt x="1" y="131"/>
                            </a:moveTo>
                            <a:cubicBezTo>
                              <a:pt x="19" y="1"/>
                              <a:pt x="19" y="1"/>
                              <a:pt x="19" y="1"/>
                            </a:cubicBezTo>
                            <a:cubicBezTo>
                              <a:pt x="19" y="0"/>
                              <a:pt x="20" y="0"/>
                              <a:pt x="20" y="0"/>
                            </a:cubicBezTo>
                            <a:cubicBezTo>
                              <a:pt x="40" y="12"/>
                              <a:pt x="40" y="12"/>
                              <a:pt x="40" y="12"/>
                            </a:cubicBezTo>
                            <a:cubicBezTo>
                              <a:pt x="23" y="135"/>
                              <a:pt x="23" y="135"/>
                              <a:pt x="23" y="135"/>
                            </a:cubicBezTo>
                            <a:cubicBezTo>
                              <a:pt x="22" y="141"/>
                              <a:pt x="16" y="145"/>
                              <a:pt x="10" y="144"/>
                            </a:cubicBezTo>
                            <a:cubicBezTo>
                              <a:pt x="4" y="143"/>
                              <a:pt x="0" y="137"/>
                              <a:pt x="1" y="131"/>
                            </a:cubicBez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925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  <p:sp>
                    <p:nvSpPr>
                      <p:cNvPr id="61" name="ï$lïḓe">
                        <a:extLst>
                          <a:ext uri="{FF2B5EF4-FFF2-40B4-BE49-F238E27FC236}">
                            <a16:creationId xmlns:a16="http://schemas.microsoft.com/office/drawing/2014/main" id="{8AEE315B-AC61-8DDC-B6ED-9166E432DF6B}"/>
                          </a:ext>
                        </a:extLst>
                      </p:cNvPr>
                      <p:cNvSpPr/>
                      <p:nvPr/>
                    </p:nvSpPr>
                    <p:spPr bwMode="auto">
                      <a:xfrm>
                        <a:off x="6603561" y="4849489"/>
                        <a:ext cx="125098" cy="141777"/>
                      </a:xfrm>
                      <a:custGeom>
                        <a:avLst/>
                        <a:gdLst>
                          <a:gd name="T0" fmla="*/ 3 w 38"/>
                          <a:gd name="T1" fmla="*/ 0 h 43"/>
                          <a:gd name="T2" fmla="*/ 32 w 38"/>
                          <a:gd name="T3" fmla="*/ 20 h 43"/>
                          <a:gd name="T4" fmla="*/ 35 w 38"/>
                          <a:gd name="T5" fmla="*/ 36 h 43"/>
                          <a:gd name="T6" fmla="*/ 20 w 38"/>
                          <a:gd name="T7" fmla="*/ 39 h 43"/>
                          <a:gd name="T8" fmla="*/ 0 w 38"/>
                          <a:gd name="T9" fmla="*/ 25 h 43"/>
                          <a:gd name="T10" fmla="*/ 3 w 38"/>
                          <a:gd name="T11" fmla="*/ 0 h 43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</a:cxnLst>
                        <a:rect l="0" t="0" r="r" b="b"/>
                        <a:pathLst>
                          <a:path w="38" h="43">
                            <a:moveTo>
                              <a:pt x="3" y="0"/>
                            </a:moveTo>
                            <a:cubicBezTo>
                              <a:pt x="32" y="20"/>
                              <a:pt x="32" y="20"/>
                              <a:pt x="32" y="20"/>
                            </a:cubicBezTo>
                            <a:cubicBezTo>
                              <a:pt x="37" y="23"/>
                              <a:pt x="38" y="30"/>
                              <a:pt x="35" y="36"/>
                            </a:cubicBezTo>
                            <a:cubicBezTo>
                              <a:pt x="32" y="41"/>
                              <a:pt x="25" y="43"/>
                              <a:pt x="20" y="39"/>
                            </a:cubicBezTo>
                            <a:cubicBezTo>
                              <a:pt x="0" y="25"/>
                              <a:pt x="0" y="25"/>
                              <a:pt x="0" y="25"/>
                            </a:cubicBezTo>
                            <a:lnTo>
                              <a:pt x="3" y="0"/>
                            </a:lnTo>
                            <a:close/>
                          </a:path>
                        </a:pathLst>
                      </a:custGeom>
                      <a:grpFill/>
                      <a:ln w="15875" cap="flat">
                        <a:noFill/>
                        <a:prstDash val="solid"/>
                        <a:miter lim="800000"/>
                      </a:ln>
                    </p:spPr>
                    <p:txBody>
                      <a:bodyPr vert="horz" wrap="square" lIns="68580" tIns="34290" rIns="68580" bIns="34290" numCol="1" anchor="t" anchorCtr="0" compatLnSpc="1">
                        <a:normAutofit fontScale="25000" lnSpcReduction="20000"/>
                      </a:bodyPr>
                      <a:lstStyle/>
                      <a:p>
                        <a:pPr defTabSz="685324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defRPr/>
                        </a:pPr>
                        <a:endParaRPr lang="zh-CN" altLang="en-US" sz="1500">
                          <a:solidFill>
                            <a:srgbClr val="000000"/>
                          </a:solidFill>
                        </a:endParaRPr>
                      </a:p>
                    </p:txBody>
                  </p:sp>
                </p:grpSp>
                <p:sp>
                  <p:nvSpPr>
                    <p:cNvPr id="49" name="í$ḻiḍè">
                      <a:extLst>
                        <a:ext uri="{FF2B5EF4-FFF2-40B4-BE49-F238E27FC236}">
                          <a16:creationId xmlns:a16="http://schemas.microsoft.com/office/drawing/2014/main" id="{B5527081-A8B5-8189-F11D-143E6DCE19A8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065983" y="1458301"/>
                      <a:ext cx="1287520" cy="1626971"/>
                    </a:xfrm>
                    <a:custGeom>
                      <a:avLst/>
                      <a:gdLst>
                        <a:gd name="T0" fmla="*/ 148 w 613"/>
                        <a:gd name="T1" fmla="*/ 648 h 650"/>
                        <a:gd name="T2" fmla="*/ 108 w 613"/>
                        <a:gd name="T3" fmla="*/ 594 h 650"/>
                        <a:gd name="T4" fmla="*/ 233 w 613"/>
                        <a:gd name="T5" fmla="*/ 80 h 650"/>
                        <a:gd name="T6" fmla="*/ 366 w 613"/>
                        <a:gd name="T7" fmla="*/ 30 h 650"/>
                        <a:gd name="T8" fmla="*/ 534 w 613"/>
                        <a:gd name="T9" fmla="*/ 41 h 650"/>
                        <a:gd name="T10" fmla="*/ 550 w 613"/>
                        <a:gd name="T11" fmla="*/ 0 h 650"/>
                        <a:gd name="T12" fmla="*/ 613 w 613"/>
                        <a:gd name="T13" fmla="*/ 81 h 650"/>
                        <a:gd name="T14" fmla="*/ 512 w 613"/>
                        <a:gd name="T15" fmla="*/ 95 h 650"/>
                        <a:gd name="T16" fmla="*/ 529 w 613"/>
                        <a:gd name="T17" fmla="*/ 51 h 650"/>
                        <a:gd name="T18" fmla="*/ 368 w 613"/>
                        <a:gd name="T19" fmla="*/ 42 h 650"/>
                        <a:gd name="T20" fmla="*/ 239 w 613"/>
                        <a:gd name="T21" fmla="*/ 90 h 650"/>
                        <a:gd name="T22" fmla="*/ 75 w 613"/>
                        <a:gd name="T23" fmla="*/ 314 h 650"/>
                        <a:gd name="T24" fmla="*/ 118 w 613"/>
                        <a:gd name="T25" fmla="*/ 588 h 650"/>
                        <a:gd name="T26" fmla="*/ 156 w 613"/>
                        <a:gd name="T27" fmla="*/ 641 h 650"/>
                        <a:gd name="T28" fmla="*/ 158 w 613"/>
                        <a:gd name="T29" fmla="*/ 642 h 650"/>
                        <a:gd name="T30" fmla="*/ 149 w 613"/>
                        <a:gd name="T31" fmla="*/ 650 h 650"/>
                        <a:gd name="T32" fmla="*/ 148 w 613"/>
                        <a:gd name="T33" fmla="*/ 648 h 6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613" h="650">
                          <a:moveTo>
                            <a:pt x="148" y="648"/>
                          </a:moveTo>
                          <a:cubicBezTo>
                            <a:pt x="133" y="631"/>
                            <a:pt x="119" y="613"/>
                            <a:pt x="108" y="594"/>
                          </a:cubicBezTo>
                          <a:cubicBezTo>
                            <a:pt x="0" y="418"/>
                            <a:pt x="56" y="187"/>
                            <a:pt x="233" y="80"/>
                          </a:cubicBezTo>
                          <a:cubicBezTo>
                            <a:pt x="274" y="55"/>
                            <a:pt x="319" y="38"/>
                            <a:pt x="366" y="30"/>
                          </a:cubicBezTo>
                          <a:cubicBezTo>
                            <a:pt x="422" y="21"/>
                            <a:pt x="479" y="25"/>
                            <a:pt x="534" y="41"/>
                          </a:cubicBezTo>
                          <a:cubicBezTo>
                            <a:pt x="550" y="0"/>
                            <a:pt x="550" y="0"/>
                            <a:pt x="550" y="0"/>
                          </a:cubicBezTo>
                          <a:cubicBezTo>
                            <a:pt x="613" y="81"/>
                            <a:pt x="613" y="81"/>
                            <a:pt x="613" y="81"/>
                          </a:cubicBezTo>
                          <a:cubicBezTo>
                            <a:pt x="512" y="95"/>
                            <a:pt x="512" y="95"/>
                            <a:pt x="512" y="95"/>
                          </a:cubicBezTo>
                          <a:cubicBezTo>
                            <a:pt x="529" y="51"/>
                            <a:pt x="529" y="51"/>
                            <a:pt x="529" y="51"/>
                          </a:cubicBezTo>
                          <a:cubicBezTo>
                            <a:pt x="477" y="36"/>
                            <a:pt x="421" y="33"/>
                            <a:pt x="368" y="42"/>
                          </a:cubicBezTo>
                          <a:cubicBezTo>
                            <a:pt x="322" y="49"/>
                            <a:pt x="279" y="65"/>
                            <a:pt x="239" y="90"/>
                          </a:cubicBezTo>
                          <a:cubicBezTo>
                            <a:pt x="156" y="140"/>
                            <a:pt x="98" y="220"/>
                            <a:pt x="75" y="314"/>
                          </a:cubicBezTo>
                          <a:cubicBezTo>
                            <a:pt x="52" y="408"/>
                            <a:pt x="67" y="505"/>
                            <a:pt x="118" y="588"/>
                          </a:cubicBezTo>
                          <a:cubicBezTo>
                            <a:pt x="129" y="607"/>
                            <a:pt x="142" y="624"/>
                            <a:pt x="156" y="641"/>
                          </a:cubicBezTo>
                          <a:cubicBezTo>
                            <a:pt x="158" y="642"/>
                            <a:pt x="158" y="642"/>
                            <a:pt x="158" y="642"/>
                          </a:cubicBezTo>
                          <a:cubicBezTo>
                            <a:pt x="149" y="650"/>
                            <a:pt x="149" y="650"/>
                            <a:pt x="149" y="650"/>
                          </a:cubicBezTo>
                          <a:lnTo>
                            <a:pt x="148" y="648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0" name="î$líḋè">
                      <a:extLst>
                        <a:ext uri="{FF2B5EF4-FFF2-40B4-BE49-F238E27FC236}">
                          <a16:creationId xmlns:a16="http://schemas.microsoft.com/office/drawing/2014/main" id="{50009BC5-4D9E-95A0-EB7E-23221280E8BA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38932" y="6238274"/>
                      <a:ext cx="1500591" cy="619726"/>
                    </a:xfrm>
                    <a:custGeom>
                      <a:avLst/>
                      <a:gdLst>
                        <a:gd name="T0" fmla="*/ 485 w 488"/>
                        <a:gd name="T1" fmla="*/ 0 h 202"/>
                        <a:gd name="T2" fmla="*/ 249 w 488"/>
                        <a:gd name="T3" fmla="*/ 6 h 202"/>
                        <a:gd name="T4" fmla="*/ 0 w 488"/>
                        <a:gd name="T5" fmla="*/ 183 h 202"/>
                        <a:gd name="T6" fmla="*/ 9 w 488"/>
                        <a:gd name="T7" fmla="*/ 202 h 202"/>
                        <a:gd name="T8" fmla="*/ 254 w 488"/>
                        <a:gd name="T9" fmla="*/ 28 h 202"/>
                        <a:gd name="T10" fmla="*/ 488 w 488"/>
                        <a:gd name="T11" fmla="*/ 21 h 202"/>
                        <a:gd name="T12" fmla="*/ 485 w 488"/>
                        <a:gd name="T13" fmla="*/ 0 h 20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88" h="202">
                          <a:moveTo>
                            <a:pt x="485" y="0"/>
                          </a:moveTo>
                          <a:cubicBezTo>
                            <a:pt x="249" y="6"/>
                            <a:pt x="249" y="6"/>
                            <a:pt x="249" y="6"/>
                          </a:cubicBezTo>
                          <a:cubicBezTo>
                            <a:pt x="0" y="183"/>
                            <a:pt x="0" y="183"/>
                            <a:pt x="0" y="183"/>
                          </a:cubicBezTo>
                          <a:cubicBezTo>
                            <a:pt x="9" y="202"/>
                            <a:pt x="9" y="202"/>
                            <a:pt x="9" y="202"/>
                          </a:cubicBezTo>
                          <a:cubicBezTo>
                            <a:pt x="254" y="28"/>
                            <a:pt x="254" y="28"/>
                            <a:pt x="254" y="28"/>
                          </a:cubicBezTo>
                          <a:cubicBezTo>
                            <a:pt x="488" y="21"/>
                            <a:pt x="488" y="21"/>
                            <a:pt x="488" y="21"/>
                          </a:cubicBezTo>
                          <a:cubicBezTo>
                            <a:pt x="487" y="14"/>
                            <a:pt x="486" y="7"/>
                            <a:pt x="485" y="0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655347250">
                            <a:custGeom>
                              <a:avLst/>
                              <a:gdLst>
                                <a:gd name="connsiteX0" fmla="*/ 860980 w 866265"/>
                                <a:gd name="connsiteY0" fmla="*/ 0 h 357757"/>
                                <a:gd name="connsiteX1" fmla="*/ 441968 w 866265"/>
                                <a:gd name="connsiteY1" fmla="*/ 10625 h 357757"/>
                                <a:gd name="connsiteX2" fmla="*/ 0 w 866265"/>
                                <a:gd name="connsiteY2" fmla="*/ 324092 h 357757"/>
                                <a:gd name="connsiteX3" fmla="*/ 15939 w 866265"/>
                                <a:gd name="connsiteY3" fmla="*/ 357757 h 357757"/>
                                <a:gd name="connsiteX4" fmla="*/ 450890 w 866265"/>
                                <a:gd name="connsiteY4" fmla="*/ 49585 h 357757"/>
                                <a:gd name="connsiteX5" fmla="*/ 866264 w 866265"/>
                                <a:gd name="connsiteY5" fmla="*/ 37206 h 357757"/>
                                <a:gd name="connsiteX6" fmla="*/ 860980 w 866265"/>
                                <a:gd name="connsiteY6" fmla="*/ 0 h 357757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866265" h="357757" fill="none" extrusionOk="0">
                                  <a:moveTo>
                                    <a:pt x="860980" y="0"/>
                                  </a:moveTo>
                                  <a:cubicBezTo>
                                    <a:pt x="665272" y="29838"/>
                                    <a:pt x="602238" y="-31290"/>
                                    <a:pt x="441968" y="10625"/>
                                  </a:cubicBezTo>
                                  <a:cubicBezTo>
                                    <a:pt x="297043" y="140698"/>
                                    <a:pt x="100925" y="180223"/>
                                    <a:pt x="0" y="324092"/>
                                  </a:cubicBezTo>
                                  <a:cubicBezTo>
                                    <a:pt x="6440" y="331820"/>
                                    <a:pt x="10105" y="347982"/>
                                    <a:pt x="15939" y="357757"/>
                                  </a:cubicBezTo>
                                  <a:cubicBezTo>
                                    <a:pt x="183032" y="177269"/>
                                    <a:pt x="328176" y="195780"/>
                                    <a:pt x="450890" y="49585"/>
                                  </a:cubicBezTo>
                                  <a:cubicBezTo>
                                    <a:pt x="574733" y="9085"/>
                                    <a:pt x="703983" y="81000"/>
                                    <a:pt x="866264" y="37206"/>
                                  </a:cubicBezTo>
                                  <a:cubicBezTo>
                                    <a:pt x="864997" y="23874"/>
                                    <a:pt x="863085" y="13569"/>
                                    <a:pt x="860980" y="0"/>
                                  </a:cubicBezTo>
                                  <a:close/>
                                </a:path>
                                <a:path w="866265" h="357757" stroke="0" extrusionOk="0">
                                  <a:moveTo>
                                    <a:pt x="860980" y="0"/>
                                  </a:moveTo>
                                  <a:cubicBezTo>
                                    <a:pt x="738556" y="15732"/>
                                    <a:pt x="581978" y="-40778"/>
                                    <a:pt x="441968" y="10625"/>
                                  </a:cubicBezTo>
                                  <a:cubicBezTo>
                                    <a:pt x="368536" y="125538"/>
                                    <a:pt x="159464" y="152359"/>
                                    <a:pt x="0" y="324092"/>
                                  </a:cubicBezTo>
                                  <a:cubicBezTo>
                                    <a:pt x="6659" y="331938"/>
                                    <a:pt x="5635" y="342338"/>
                                    <a:pt x="15939" y="357757"/>
                                  </a:cubicBezTo>
                                  <a:cubicBezTo>
                                    <a:pt x="183296" y="187283"/>
                                    <a:pt x="333821" y="192797"/>
                                    <a:pt x="450890" y="49585"/>
                                  </a:cubicBezTo>
                                  <a:cubicBezTo>
                                    <a:pt x="556999" y="38567"/>
                                    <a:pt x="717393" y="87823"/>
                                    <a:pt x="866264" y="37206"/>
                                  </a:cubicBezTo>
                                  <a:cubicBezTo>
                                    <a:pt x="864175" y="23680"/>
                                    <a:pt x="862171" y="10529"/>
                                    <a:pt x="860980" y="0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1" name="iṥḻíḓé">
                      <a:extLst>
                        <a:ext uri="{FF2B5EF4-FFF2-40B4-BE49-F238E27FC236}">
                          <a16:creationId xmlns:a16="http://schemas.microsoft.com/office/drawing/2014/main" id="{3CF68597-04E3-B35E-3A20-A89077CAB7F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190313" y="4553196"/>
                      <a:ext cx="1008189" cy="1494095"/>
                    </a:xfrm>
                    <a:custGeom>
                      <a:avLst/>
                      <a:gdLst>
                        <a:gd name="T0" fmla="*/ 244 w 328"/>
                        <a:gd name="T1" fmla="*/ 6 h 486"/>
                        <a:gd name="T2" fmla="*/ 303 w 328"/>
                        <a:gd name="T3" fmla="*/ 218 h 486"/>
                        <a:gd name="T4" fmla="*/ 48 w 328"/>
                        <a:gd name="T5" fmla="*/ 373 h 486"/>
                        <a:gd name="T6" fmla="*/ 0 w 328"/>
                        <a:gd name="T7" fmla="*/ 472 h 486"/>
                        <a:gd name="T8" fmla="*/ 17 w 328"/>
                        <a:gd name="T9" fmla="*/ 486 h 486"/>
                        <a:gd name="T10" fmla="*/ 65 w 328"/>
                        <a:gd name="T11" fmla="*/ 388 h 486"/>
                        <a:gd name="T12" fmla="*/ 328 w 328"/>
                        <a:gd name="T13" fmla="*/ 228 h 486"/>
                        <a:gd name="T14" fmla="*/ 264 w 328"/>
                        <a:gd name="T15" fmla="*/ 0 h 486"/>
                        <a:gd name="T16" fmla="*/ 244 w 328"/>
                        <a:gd name="T17" fmla="*/ 6 h 48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328" h="486">
                          <a:moveTo>
                            <a:pt x="244" y="6"/>
                          </a:moveTo>
                          <a:cubicBezTo>
                            <a:pt x="303" y="218"/>
                            <a:pt x="303" y="218"/>
                            <a:pt x="303" y="218"/>
                          </a:cubicBezTo>
                          <a:cubicBezTo>
                            <a:pt x="48" y="373"/>
                            <a:pt x="48" y="373"/>
                            <a:pt x="48" y="373"/>
                          </a:cubicBezTo>
                          <a:cubicBezTo>
                            <a:pt x="0" y="472"/>
                            <a:pt x="0" y="472"/>
                            <a:pt x="0" y="472"/>
                          </a:cubicBezTo>
                          <a:cubicBezTo>
                            <a:pt x="6" y="476"/>
                            <a:pt x="12" y="480"/>
                            <a:pt x="17" y="486"/>
                          </a:cubicBezTo>
                          <a:cubicBezTo>
                            <a:pt x="65" y="388"/>
                            <a:pt x="65" y="388"/>
                            <a:pt x="65" y="388"/>
                          </a:cubicBezTo>
                          <a:cubicBezTo>
                            <a:pt x="328" y="228"/>
                            <a:pt x="328" y="228"/>
                            <a:pt x="328" y="228"/>
                          </a:cubicBezTo>
                          <a:cubicBezTo>
                            <a:pt x="264" y="0"/>
                            <a:pt x="264" y="0"/>
                            <a:pt x="264" y="0"/>
                          </a:cubicBezTo>
                          <a:cubicBezTo>
                            <a:pt x="258" y="3"/>
                            <a:pt x="251" y="5"/>
                            <a:pt x="244" y="6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1445126873">
                            <a:custGeom>
                              <a:avLst/>
                              <a:gdLst>
                                <a:gd name="connsiteX0" fmla="*/ 432957 w 582010"/>
                                <a:gd name="connsiteY0" fmla="*/ 10608 h 862515"/>
                                <a:gd name="connsiteX1" fmla="*/ 537660 w 582010"/>
                                <a:gd name="connsiteY1" fmla="*/ 386924 h 862515"/>
                                <a:gd name="connsiteX2" fmla="*/ 85148 w 582010"/>
                                <a:gd name="connsiteY2" fmla="*/ 661980 h 862515"/>
                                <a:gd name="connsiteX3" fmla="*/ 0 w 582010"/>
                                <a:gd name="connsiteY3" fmla="*/ 837674 h 862515"/>
                                <a:gd name="connsiteX4" fmla="*/ 30148 w 582010"/>
                                <a:gd name="connsiteY4" fmla="*/ 862514 h 862515"/>
                                <a:gd name="connsiteX5" fmla="*/ 115354 w 582010"/>
                                <a:gd name="connsiteY5" fmla="*/ 688631 h 862515"/>
                                <a:gd name="connsiteX6" fmla="*/ 582010 w 582010"/>
                                <a:gd name="connsiteY6" fmla="*/ 404605 h 862515"/>
                                <a:gd name="connsiteX7" fmla="*/ 468459 w 582010"/>
                                <a:gd name="connsiteY7" fmla="*/ 0 h 862515"/>
                                <a:gd name="connsiteX8" fmla="*/ 432957 w 582010"/>
                                <a:gd name="connsiteY8" fmla="*/ 10608 h 862515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</a:cxnLst>
                              <a:rect l="l" t="t" r="r" b="b"/>
                              <a:pathLst>
                                <a:path w="582010" h="862515" fill="none" extrusionOk="0">
                                  <a:moveTo>
                                    <a:pt x="432957" y="10608"/>
                                  </a:moveTo>
                                  <a:cubicBezTo>
                                    <a:pt x="498246" y="124081"/>
                                    <a:pt x="468095" y="270077"/>
                                    <a:pt x="537660" y="386924"/>
                                  </a:cubicBezTo>
                                  <a:cubicBezTo>
                                    <a:pt x="327370" y="532022"/>
                                    <a:pt x="281496" y="490998"/>
                                    <a:pt x="85148" y="661980"/>
                                  </a:cubicBezTo>
                                  <a:cubicBezTo>
                                    <a:pt x="68853" y="740333"/>
                                    <a:pt x="38198" y="756908"/>
                                    <a:pt x="0" y="837674"/>
                                  </a:cubicBezTo>
                                  <a:cubicBezTo>
                                    <a:pt x="7593" y="844604"/>
                                    <a:pt x="22103" y="851519"/>
                                    <a:pt x="30148" y="862514"/>
                                  </a:cubicBezTo>
                                  <a:cubicBezTo>
                                    <a:pt x="50567" y="805220"/>
                                    <a:pt x="105717" y="755849"/>
                                    <a:pt x="115354" y="688631"/>
                                  </a:cubicBezTo>
                                  <a:cubicBezTo>
                                    <a:pt x="281496" y="581379"/>
                                    <a:pt x="402000" y="583621"/>
                                    <a:pt x="582010" y="404605"/>
                                  </a:cubicBezTo>
                                  <a:cubicBezTo>
                                    <a:pt x="520377" y="268751"/>
                                    <a:pt x="533071" y="114614"/>
                                    <a:pt x="468459" y="0"/>
                                  </a:cubicBezTo>
                                  <a:cubicBezTo>
                                    <a:pt x="458199" y="2844"/>
                                    <a:pt x="445771" y="5610"/>
                                    <a:pt x="432957" y="10608"/>
                                  </a:cubicBezTo>
                                  <a:close/>
                                </a:path>
                                <a:path w="582010" h="862515" stroke="0" extrusionOk="0">
                                  <a:moveTo>
                                    <a:pt x="432957" y="10608"/>
                                  </a:moveTo>
                                  <a:cubicBezTo>
                                    <a:pt x="501372" y="101933"/>
                                    <a:pt x="500015" y="287874"/>
                                    <a:pt x="537660" y="386924"/>
                                  </a:cubicBezTo>
                                  <a:cubicBezTo>
                                    <a:pt x="451353" y="462125"/>
                                    <a:pt x="243737" y="563900"/>
                                    <a:pt x="85148" y="661980"/>
                                  </a:cubicBezTo>
                                  <a:cubicBezTo>
                                    <a:pt x="49770" y="753158"/>
                                    <a:pt x="26657" y="777825"/>
                                    <a:pt x="0" y="837674"/>
                                  </a:cubicBezTo>
                                  <a:cubicBezTo>
                                    <a:pt x="7410" y="845094"/>
                                    <a:pt x="24256" y="853989"/>
                                    <a:pt x="30148" y="862514"/>
                                  </a:cubicBezTo>
                                  <a:cubicBezTo>
                                    <a:pt x="32960" y="817005"/>
                                    <a:pt x="97780" y="749811"/>
                                    <a:pt x="115354" y="688631"/>
                                  </a:cubicBezTo>
                                  <a:cubicBezTo>
                                    <a:pt x="300750" y="567175"/>
                                    <a:pt x="369539" y="575816"/>
                                    <a:pt x="582010" y="404605"/>
                                  </a:cubicBezTo>
                                  <a:cubicBezTo>
                                    <a:pt x="493392" y="253641"/>
                                    <a:pt x="512928" y="127191"/>
                                    <a:pt x="468459" y="0"/>
                                  </a:cubicBezTo>
                                  <a:cubicBezTo>
                                    <a:pt x="459036" y="2164"/>
                                    <a:pt x="446381" y="11194"/>
                                    <a:pt x="432957" y="10608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2" name="ï$ľíḍè">
                      <a:extLst>
                        <a:ext uri="{FF2B5EF4-FFF2-40B4-BE49-F238E27FC236}">
                          <a16:creationId xmlns:a16="http://schemas.microsoft.com/office/drawing/2014/main" id="{8EC4D5D3-1F9D-18E7-3044-96EDEE8D5841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6065982" y="2810952"/>
                      <a:ext cx="1278425" cy="1392756"/>
                    </a:xfrm>
                    <a:custGeom>
                      <a:avLst/>
                      <a:gdLst>
                        <a:gd name="T0" fmla="*/ 403 w 416"/>
                        <a:gd name="T1" fmla="*/ 1 h 453"/>
                        <a:gd name="T2" fmla="*/ 395 w 416"/>
                        <a:gd name="T3" fmla="*/ 1 h 453"/>
                        <a:gd name="T4" fmla="*/ 395 w 416"/>
                        <a:gd name="T5" fmla="*/ 187 h 453"/>
                        <a:gd name="T6" fmla="*/ 0 w 416"/>
                        <a:gd name="T7" fmla="*/ 435 h 453"/>
                        <a:gd name="T8" fmla="*/ 12 w 416"/>
                        <a:gd name="T9" fmla="*/ 453 h 453"/>
                        <a:gd name="T10" fmla="*/ 416 w 416"/>
                        <a:gd name="T11" fmla="*/ 199 h 453"/>
                        <a:gd name="T12" fmla="*/ 416 w 416"/>
                        <a:gd name="T13" fmla="*/ 0 h 453"/>
                        <a:gd name="T14" fmla="*/ 403 w 416"/>
                        <a:gd name="T15" fmla="*/ 1 h 45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16" h="453">
                          <a:moveTo>
                            <a:pt x="403" y="1"/>
                          </a:moveTo>
                          <a:cubicBezTo>
                            <a:pt x="400" y="1"/>
                            <a:pt x="397" y="1"/>
                            <a:pt x="395" y="1"/>
                          </a:cubicBezTo>
                          <a:cubicBezTo>
                            <a:pt x="395" y="187"/>
                            <a:pt x="395" y="187"/>
                            <a:pt x="395" y="187"/>
                          </a:cubicBezTo>
                          <a:cubicBezTo>
                            <a:pt x="0" y="435"/>
                            <a:pt x="0" y="435"/>
                            <a:pt x="0" y="435"/>
                          </a:cubicBezTo>
                          <a:cubicBezTo>
                            <a:pt x="5" y="440"/>
                            <a:pt x="9" y="446"/>
                            <a:pt x="12" y="453"/>
                          </a:cubicBezTo>
                          <a:cubicBezTo>
                            <a:pt x="416" y="199"/>
                            <a:pt x="416" y="199"/>
                            <a:pt x="416" y="199"/>
                          </a:cubicBezTo>
                          <a:cubicBezTo>
                            <a:pt x="416" y="0"/>
                            <a:pt x="416" y="0"/>
                            <a:pt x="416" y="0"/>
                          </a:cubicBezTo>
                          <a:cubicBezTo>
                            <a:pt x="412" y="1"/>
                            <a:pt x="407" y="1"/>
                            <a:pt x="403" y="1"/>
                          </a:cubicBez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93022028">
                            <a:custGeom>
                              <a:avLst/>
                              <a:gdLst>
                                <a:gd name="connsiteX0" fmla="*/ 714986 w 738013"/>
                                <a:gd name="connsiteY0" fmla="*/ 1768 h 804014"/>
                                <a:gd name="connsiteX1" fmla="*/ 700743 w 738013"/>
                                <a:gd name="connsiteY1" fmla="*/ 1768 h 804014"/>
                                <a:gd name="connsiteX2" fmla="*/ 700743 w 738013"/>
                                <a:gd name="connsiteY2" fmla="*/ 331896 h 804014"/>
                                <a:gd name="connsiteX3" fmla="*/ 357379 w 738013"/>
                                <a:gd name="connsiteY3" fmla="*/ 547593 h 804014"/>
                                <a:gd name="connsiteX4" fmla="*/ 0 w 738013"/>
                                <a:gd name="connsiteY4" fmla="*/ 772094 h 804014"/>
                                <a:gd name="connsiteX5" fmla="*/ 21254 w 738013"/>
                                <a:gd name="connsiteY5" fmla="*/ 804014 h 804014"/>
                                <a:gd name="connsiteX6" fmla="*/ 379634 w 738013"/>
                                <a:gd name="connsiteY6" fmla="*/ 578609 h 804014"/>
                                <a:gd name="connsiteX7" fmla="*/ 738013 w 738013"/>
                                <a:gd name="connsiteY7" fmla="*/ 353203 h 804014"/>
                                <a:gd name="connsiteX8" fmla="*/ 738013 w 738013"/>
                                <a:gd name="connsiteY8" fmla="*/ 0 h 804014"/>
                                <a:gd name="connsiteX9" fmla="*/ 714986 w 738013"/>
                                <a:gd name="connsiteY9" fmla="*/ 1768 h 804014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  <a:cxn ang="0">
                                  <a:pos x="connsiteX7" y="connsiteY7"/>
                                </a:cxn>
                                <a:cxn ang="0">
                                  <a:pos x="connsiteX8" y="connsiteY8"/>
                                </a:cxn>
                                <a:cxn ang="0">
                                  <a:pos x="connsiteX9" y="connsiteY9"/>
                                </a:cxn>
                              </a:cxnLst>
                              <a:rect l="l" t="t" r="r" b="b"/>
                              <a:pathLst>
                                <a:path w="738013" h="804014" fill="none" extrusionOk="0">
                                  <a:moveTo>
                                    <a:pt x="714986" y="1768"/>
                                  </a:moveTo>
                                  <a:cubicBezTo>
                                    <a:pt x="709689" y="1237"/>
                                    <a:pt x="704309" y="2148"/>
                                    <a:pt x="700743" y="1768"/>
                                  </a:cubicBezTo>
                                  <a:cubicBezTo>
                                    <a:pt x="711313" y="83191"/>
                                    <a:pt x="707590" y="264413"/>
                                    <a:pt x="700743" y="331896"/>
                                  </a:cubicBezTo>
                                  <a:cubicBezTo>
                                    <a:pt x="549967" y="450096"/>
                                    <a:pt x="505376" y="472675"/>
                                    <a:pt x="357379" y="547593"/>
                                  </a:cubicBezTo>
                                  <a:cubicBezTo>
                                    <a:pt x="209382" y="622511"/>
                                    <a:pt x="182850" y="671402"/>
                                    <a:pt x="0" y="772094"/>
                                  </a:cubicBezTo>
                                  <a:cubicBezTo>
                                    <a:pt x="9928" y="781821"/>
                                    <a:pt x="15723" y="792485"/>
                                    <a:pt x="21254" y="804014"/>
                                  </a:cubicBezTo>
                                  <a:cubicBezTo>
                                    <a:pt x="93794" y="744668"/>
                                    <a:pt x="201933" y="674849"/>
                                    <a:pt x="379634" y="578609"/>
                                  </a:cubicBezTo>
                                  <a:cubicBezTo>
                                    <a:pt x="557335" y="482368"/>
                                    <a:pt x="649960" y="414828"/>
                                    <a:pt x="738013" y="353203"/>
                                  </a:cubicBezTo>
                                  <a:cubicBezTo>
                                    <a:pt x="722667" y="257132"/>
                                    <a:pt x="723212" y="108816"/>
                                    <a:pt x="738013" y="0"/>
                                  </a:cubicBezTo>
                                  <a:cubicBezTo>
                                    <a:pt x="729697" y="1192"/>
                                    <a:pt x="723367" y="1903"/>
                                    <a:pt x="714986" y="1768"/>
                                  </a:cubicBezTo>
                                  <a:close/>
                                </a:path>
                                <a:path w="738013" h="804014" stroke="0" extrusionOk="0">
                                  <a:moveTo>
                                    <a:pt x="714986" y="1768"/>
                                  </a:moveTo>
                                  <a:cubicBezTo>
                                    <a:pt x="708315" y="1863"/>
                                    <a:pt x="707373" y="1767"/>
                                    <a:pt x="700743" y="1768"/>
                                  </a:cubicBezTo>
                                  <a:cubicBezTo>
                                    <a:pt x="713499" y="85973"/>
                                    <a:pt x="717223" y="181623"/>
                                    <a:pt x="700743" y="331896"/>
                                  </a:cubicBezTo>
                                  <a:cubicBezTo>
                                    <a:pt x="587219" y="392900"/>
                                    <a:pt x="454829" y="484634"/>
                                    <a:pt x="350372" y="551995"/>
                                  </a:cubicBezTo>
                                  <a:cubicBezTo>
                                    <a:pt x="245915" y="619355"/>
                                    <a:pt x="79385" y="733156"/>
                                    <a:pt x="0" y="772094"/>
                                  </a:cubicBezTo>
                                  <a:cubicBezTo>
                                    <a:pt x="7411" y="782844"/>
                                    <a:pt x="14382" y="791642"/>
                                    <a:pt x="21254" y="804014"/>
                                  </a:cubicBezTo>
                                  <a:cubicBezTo>
                                    <a:pt x="103253" y="750727"/>
                                    <a:pt x="290024" y="655284"/>
                                    <a:pt x="358131" y="592133"/>
                                  </a:cubicBezTo>
                                  <a:cubicBezTo>
                                    <a:pt x="426238" y="528982"/>
                                    <a:pt x="618214" y="430421"/>
                                    <a:pt x="738013" y="353203"/>
                                  </a:cubicBezTo>
                                  <a:cubicBezTo>
                                    <a:pt x="735633" y="225007"/>
                                    <a:pt x="731873" y="120123"/>
                                    <a:pt x="738013" y="0"/>
                                  </a:cubicBezTo>
                                  <a:cubicBezTo>
                                    <a:pt x="731660" y="2821"/>
                                    <a:pt x="722146" y="240"/>
                                    <a:pt x="714986" y="1768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3" name="íṡļíḓè">
                      <a:extLst>
                        <a:ext uri="{FF2B5EF4-FFF2-40B4-BE49-F238E27FC236}">
                          <a16:creationId xmlns:a16="http://schemas.microsoft.com/office/drawing/2014/main" id="{60299353-38F0-95B1-D389-E4C4BC57085F}"/>
                        </a:ext>
                      </a:extLst>
                    </p:cNvPr>
                    <p:cNvSpPr/>
                    <p:nvPr/>
                  </p:nvSpPr>
                  <p:spPr bwMode="auto">
                    <a:xfrm rot="2540026">
                      <a:off x="7688697" y="1028700"/>
                      <a:ext cx="543071" cy="1559056"/>
                    </a:xfrm>
                    <a:custGeom>
                      <a:avLst/>
                      <a:gdLst>
                        <a:gd name="T0" fmla="*/ 156 w 177"/>
                        <a:gd name="T1" fmla="*/ 0 h 507"/>
                        <a:gd name="T2" fmla="*/ 156 w 177"/>
                        <a:gd name="T3" fmla="*/ 364 h 507"/>
                        <a:gd name="T4" fmla="*/ 0 w 177"/>
                        <a:gd name="T5" fmla="*/ 490 h 507"/>
                        <a:gd name="T6" fmla="*/ 13 w 177"/>
                        <a:gd name="T7" fmla="*/ 507 h 507"/>
                        <a:gd name="T8" fmla="*/ 177 w 177"/>
                        <a:gd name="T9" fmla="*/ 374 h 507"/>
                        <a:gd name="T10" fmla="*/ 177 w 177"/>
                        <a:gd name="T11" fmla="*/ 0 h 507"/>
                        <a:gd name="T12" fmla="*/ 156 w 177"/>
                        <a:gd name="T13" fmla="*/ 0 h 5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77" h="507">
                          <a:moveTo>
                            <a:pt x="156" y="0"/>
                          </a:moveTo>
                          <a:cubicBezTo>
                            <a:pt x="156" y="364"/>
                            <a:pt x="156" y="364"/>
                            <a:pt x="156" y="364"/>
                          </a:cubicBezTo>
                          <a:cubicBezTo>
                            <a:pt x="0" y="490"/>
                            <a:pt x="0" y="490"/>
                            <a:pt x="0" y="490"/>
                          </a:cubicBezTo>
                          <a:cubicBezTo>
                            <a:pt x="5" y="495"/>
                            <a:pt x="10" y="501"/>
                            <a:pt x="13" y="507"/>
                          </a:cubicBezTo>
                          <a:cubicBezTo>
                            <a:pt x="177" y="374"/>
                            <a:pt x="177" y="374"/>
                            <a:pt x="177" y="374"/>
                          </a:cubicBezTo>
                          <a:cubicBezTo>
                            <a:pt x="177" y="0"/>
                            <a:pt x="177" y="0"/>
                            <a:pt x="177" y="0"/>
                          </a:cubicBezTo>
                          <a:lnTo>
                            <a:pt x="156" y="0"/>
                          </a:lnTo>
                          <a:close/>
                        </a:path>
                      </a:pathLst>
                    </a:custGeom>
                    <a:solidFill>
                      <a:schemeClr val="bg1">
                        <a:lumMod val="95000"/>
                      </a:schemeClr>
                    </a:solidFill>
                    <a:ln w="15875" cap="flat">
                      <a:solidFill>
                        <a:schemeClr val="tx1"/>
                      </a:solidFill>
                      <a:prstDash val="solid"/>
                      <a:miter lim="800000"/>
                      <a:extLst>
                        <a:ext uri="{C807C97D-BFC1-408E-A445-0C87EB9F89A2}">
                          <ask:lineSketchStyleProps xmlns:ask="http://schemas.microsoft.com/office/drawing/2018/sketchyshapes" sd="2089031173">
                            <a:custGeom>
                              <a:avLst/>
                              <a:gdLst>
                                <a:gd name="connsiteX0" fmla="*/ 276323 w 313505"/>
                                <a:gd name="connsiteY0" fmla="*/ 0 h 900016"/>
                                <a:gd name="connsiteX1" fmla="*/ 276323 w 313505"/>
                                <a:gd name="connsiteY1" fmla="*/ 646121 h 900016"/>
                                <a:gd name="connsiteX2" fmla="*/ 0 w 313505"/>
                                <a:gd name="connsiteY2" fmla="*/ 869865 h 900016"/>
                                <a:gd name="connsiteX3" fmla="*/ 23011 w 313505"/>
                                <a:gd name="connsiteY3" fmla="*/ 900016 h 900016"/>
                                <a:gd name="connsiteX4" fmla="*/ 313505 w 313505"/>
                                <a:gd name="connsiteY4" fmla="*/ 663941 h 900016"/>
                                <a:gd name="connsiteX5" fmla="*/ 313505 w 313505"/>
                                <a:gd name="connsiteY5" fmla="*/ 0 h 900016"/>
                                <a:gd name="connsiteX6" fmla="*/ 276323 w 313505"/>
                                <a:gd name="connsiteY6" fmla="*/ 0 h 900016"/>
                              </a:gdLst>
                              <a:ahLst/>
                              <a:cxnLst>
                                <a:cxn ang="0">
                                  <a:pos x="connsiteX0" y="connsiteY0"/>
                                </a:cxn>
                                <a:cxn ang="0">
                                  <a:pos x="connsiteX1" y="connsiteY1"/>
                                </a:cxn>
                                <a:cxn ang="0">
                                  <a:pos x="connsiteX2" y="connsiteY2"/>
                                </a:cxn>
                                <a:cxn ang="0">
                                  <a:pos x="connsiteX3" y="connsiteY3"/>
                                </a:cxn>
                                <a:cxn ang="0">
                                  <a:pos x="connsiteX4" y="connsiteY4"/>
                                </a:cxn>
                                <a:cxn ang="0">
                                  <a:pos x="connsiteX5" y="connsiteY5"/>
                                </a:cxn>
                                <a:cxn ang="0">
                                  <a:pos x="connsiteX6" y="connsiteY6"/>
                                </a:cxn>
                              </a:cxnLst>
                              <a:rect l="l" t="t" r="r" b="b"/>
                              <a:pathLst>
                                <a:path w="313505" h="900016" fill="none" extrusionOk="0">
                                  <a:moveTo>
                                    <a:pt x="276323" y="0"/>
                                  </a:moveTo>
                                  <a:cubicBezTo>
                                    <a:pt x="284877" y="163838"/>
                                    <a:pt x="317026" y="525244"/>
                                    <a:pt x="276323" y="646121"/>
                                  </a:cubicBezTo>
                                  <a:cubicBezTo>
                                    <a:pt x="211896" y="715515"/>
                                    <a:pt x="141827" y="768722"/>
                                    <a:pt x="0" y="869865"/>
                                  </a:cubicBezTo>
                                  <a:cubicBezTo>
                                    <a:pt x="10252" y="877378"/>
                                    <a:pt x="17178" y="889209"/>
                                    <a:pt x="23011" y="900016"/>
                                  </a:cubicBezTo>
                                  <a:cubicBezTo>
                                    <a:pt x="123310" y="823099"/>
                                    <a:pt x="242634" y="711388"/>
                                    <a:pt x="313505" y="663941"/>
                                  </a:cubicBezTo>
                                  <a:cubicBezTo>
                                    <a:pt x="285647" y="547500"/>
                                    <a:pt x="369014" y="213520"/>
                                    <a:pt x="313505" y="0"/>
                                  </a:cubicBezTo>
                                  <a:cubicBezTo>
                                    <a:pt x="295660" y="-381"/>
                                    <a:pt x="291778" y="-3074"/>
                                    <a:pt x="276323" y="0"/>
                                  </a:cubicBezTo>
                                  <a:close/>
                                </a:path>
                                <a:path w="313505" h="900016" stroke="0" extrusionOk="0">
                                  <a:moveTo>
                                    <a:pt x="276323" y="0"/>
                                  </a:moveTo>
                                  <a:cubicBezTo>
                                    <a:pt x="331317" y="220057"/>
                                    <a:pt x="304655" y="437610"/>
                                    <a:pt x="276323" y="646121"/>
                                  </a:cubicBezTo>
                                  <a:cubicBezTo>
                                    <a:pt x="201588" y="692489"/>
                                    <a:pt x="120557" y="761375"/>
                                    <a:pt x="0" y="869865"/>
                                  </a:cubicBezTo>
                                  <a:cubicBezTo>
                                    <a:pt x="8167" y="876766"/>
                                    <a:pt x="18244" y="889555"/>
                                    <a:pt x="23011" y="900016"/>
                                  </a:cubicBezTo>
                                  <a:cubicBezTo>
                                    <a:pt x="149281" y="777421"/>
                                    <a:pt x="238280" y="715402"/>
                                    <a:pt x="313505" y="663941"/>
                                  </a:cubicBezTo>
                                  <a:cubicBezTo>
                                    <a:pt x="365691" y="374227"/>
                                    <a:pt x="256635" y="313209"/>
                                    <a:pt x="313505" y="0"/>
                                  </a:cubicBezTo>
                                  <a:cubicBezTo>
                                    <a:pt x="298281" y="-1594"/>
                                    <a:pt x="284910" y="893"/>
                                    <a:pt x="276323" y="0"/>
                                  </a:cubicBezTo>
                                  <a:close/>
                                </a:path>
                              </a:pathLst>
                            </a:custGeom>
                            <ask:type>
                              <ask:lineSketchNone/>
                            </ask:type>
                          </ask:lineSketchStyleProps>
                        </a:ext>
                      </a:extLst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4" name="îSľîḋé">
                      <a:extLst>
                        <a:ext uri="{FF2B5EF4-FFF2-40B4-BE49-F238E27FC236}">
                          <a16:creationId xmlns:a16="http://schemas.microsoft.com/office/drawing/2014/main" id="{372F9982-45CE-E452-F366-8088BF67E82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5687911" y="4129653"/>
                      <a:ext cx="409252" cy="409254"/>
                    </a:xfrm>
                    <a:custGeom>
                      <a:avLst/>
                      <a:gdLst>
                        <a:gd name="T0" fmla="*/ 66 w 133"/>
                        <a:gd name="T1" fmla="*/ 0 h 133"/>
                        <a:gd name="T2" fmla="*/ 0 w 133"/>
                        <a:gd name="T3" fmla="*/ 66 h 133"/>
                        <a:gd name="T4" fmla="*/ 66 w 133"/>
                        <a:gd name="T5" fmla="*/ 133 h 133"/>
                        <a:gd name="T6" fmla="*/ 133 w 133"/>
                        <a:gd name="T7" fmla="*/ 66 h 133"/>
                        <a:gd name="T8" fmla="*/ 66 w 133"/>
                        <a:gd name="T9" fmla="*/ 0 h 133"/>
                        <a:gd name="T10" fmla="*/ 110 w 133"/>
                        <a:gd name="T11" fmla="*/ 76 h 133"/>
                        <a:gd name="T12" fmla="*/ 76 w 133"/>
                        <a:gd name="T13" fmla="*/ 76 h 133"/>
                        <a:gd name="T14" fmla="*/ 76 w 133"/>
                        <a:gd name="T15" fmla="*/ 111 h 133"/>
                        <a:gd name="T16" fmla="*/ 57 w 133"/>
                        <a:gd name="T17" fmla="*/ 111 h 133"/>
                        <a:gd name="T18" fmla="*/ 57 w 133"/>
                        <a:gd name="T19" fmla="*/ 76 h 133"/>
                        <a:gd name="T20" fmla="*/ 22 w 133"/>
                        <a:gd name="T21" fmla="*/ 76 h 133"/>
                        <a:gd name="T22" fmla="*/ 22 w 133"/>
                        <a:gd name="T23" fmla="*/ 57 h 133"/>
                        <a:gd name="T24" fmla="*/ 57 w 133"/>
                        <a:gd name="T25" fmla="*/ 57 h 133"/>
                        <a:gd name="T26" fmla="*/ 57 w 133"/>
                        <a:gd name="T27" fmla="*/ 22 h 133"/>
                        <a:gd name="T28" fmla="*/ 76 w 133"/>
                        <a:gd name="T29" fmla="*/ 22 h 133"/>
                        <a:gd name="T30" fmla="*/ 76 w 133"/>
                        <a:gd name="T31" fmla="*/ 57 h 133"/>
                        <a:gd name="T32" fmla="*/ 110 w 133"/>
                        <a:gd name="T33" fmla="*/ 57 h 133"/>
                        <a:gd name="T34" fmla="*/ 110 w 133"/>
                        <a:gd name="T35" fmla="*/ 76 h 1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3" h="133">
                          <a:moveTo>
                            <a:pt x="66" y="0"/>
                          </a:moveTo>
                          <a:cubicBezTo>
                            <a:pt x="29" y="0"/>
                            <a:pt x="0" y="30"/>
                            <a:pt x="0" y="66"/>
                          </a:cubicBezTo>
                          <a:cubicBezTo>
                            <a:pt x="0" y="103"/>
                            <a:pt x="29" y="133"/>
                            <a:pt x="66" y="133"/>
                          </a:cubicBezTo>
                          <a:cubicBezTo>
                            <a:pt x="103" y="133"/>
                            <a:pt x="133" y="103"/>
                            <a:pt x="133" y="66"/>
                          </a:cubicBezTo>
                          <a:cubicBezTo>
                            <a:pt x="133" y="30"/>
                            <a:pt x="103" y="0"/>
                            <a:pt x="66" y="0"/>
                          </a:cubicBezTo>
                          <a:close/>
                          <a:moveTo>
                            <a:pt x="110" y="76"/>
                          </a:moveTo>
                          <a:cubicBezTo>
                            <a:pt x="76" y="76"/>
                            <a:pt x="76" y="76"/>
                            <a:pt x="76" y="76"/>
                          </a:cubicBezTo>
                          <a:cubicBezTo>
                            <a:pt x="76" y="111"/>
                            <a:pt x="76" y="111"/>
                            <a:pt x="76" y="111"/>
                          </a:cubicBezTo>
                          <a:cubicBezTo>
                            <a:pt x="57" y="111"/>
                            <a:pt x="57" y="111"/>
                            <a:pt x="57" y="111"/>
                          </a:cubicBezTo>
                          <a:cubicBezTo>
                            <a:pt x="57" y="76"/>
                            <a:pt x="57" y="76"/>
                            <a:pt x="57" y="76"/>
                          </a:cubicBezTo>
                          <a:cubicBezTo>
                            <a:pt x="22" y="76"/>
                            <a:pt x="22" y="76"/>
                            <a:pt x="22" y="76"/>
                          </a:cubicBezTo>
                          <a:cubicBezTo>
                            <a:pt x="22" y="57"/>
                            <a:pt x="22" y="57"/>
                            <a:pt x="22" y="57"/>
                          </a:cubicBezTo>
                          <a:cubicBezTo>
                            <a:pt x="57" y="57"/>
                            <a:pt x="57" y="57"/>
                            <a:pt x="57" y="57"/>
                          </a:cubicBezTo>
                          <a:cubicBezTo>
                            <a:pt x="57" y="22"/>
                            <a:pt x="57" y="22"/>
                            <a:pt x="57" y="22"/>
                          </a:cubicBezTo>
                          <a:cubicBezTo>
                            <a:pt x="76" y="22"/>
                            <a:pt x="76" y="22"/>
                            <a:pt x="76" y="22"/>
                          </a:cubicBezTo>
                          <a:cubicBezTo>
                            <a:pt x="76" y="57"/>
                            <a:pt x="76" y="57"/>
                            <a:pt x="76" y="57"/>
                          </a:cubicBezTo>
                          <a:cubicBezTo>
                            <a:pt x="110" y="57"/>
                            <a:pt x="110" y="57"/>
                            <a:pt x="110" y="57"/>
                          </a:cubicBezTo>
                          <a:lnTo>
                            <a:pt x="110" y="76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fontScale="85000" lnSpcReduction="2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5" name="ïsḻiḓe">
                      <a:extLst>
                        <a:ext uri="{FF2B5EF4-FFF2-40B4-BE49-F238E27FC236}">
                          <a16:creationId xmlns:a16="http://schemas.microsoft.com/office/drawing/2014/main" id="{E9A945E3-573F-BB25-6F39-834ECD36BFD6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4866808" y="6016109"/>
                      <a:ext cx="406653" cy="409254"/>
                    </a:xfrm>
                    <a:custGeom>
                      <a:avLst/>
                      <a:gdLst>
                        <a:gd name="T0" fmla="*/ 66 w 132"/>
                        <a:gd name="T1" fmla="*/ 0 h 133"/>
                        <a:gd name="T2" fmla="*/ 0 w 132"/>
                        <a:gd name="T3" fmla="*/ 66 h 133"/>
                        <a:gd name="T4" fmla="*/ 66 w 132"/>
                        <a:gd name="T5" fmla="*/ 133 h 133"/>
                        <a:gd name="T6" fmla="*/ 132 w 132"/>
                        <a:gd name="T7" fmla="*/ 66 h 133"/>
                        <a:gd name="T8" fmla="*/ 66 w 132"/>
                        <a:gd name="T9" fmla="*/ 0 h 133"/>
                        <a:gd name="T10" fmla="*/ 110 w 132"/>
                        <a:gd name="T11" fmla="*/ 76 h 133"/>
                        <a:gd name="T12" fmla="*/ 76 w 132"/>
                        <a:gd name="T13" fmla="*/ 76 h 133"/>
                        <a:gd name="T14" fmla="*/ 76 w 132"/>
                        <a:gd name="T15" fmla="*/ 111 h 133"/>
                        <a:gd name="T16" fmla="*/ 56 w 132"/>
                        <a:gd name="T17" fmla="*/ 111 h 133"/>
                        <a:gd name="T18" fmla="*/ 56 w 132"/>
                        <a:gd name="T19" fmla="*/ 76 h 133"/>
                        <a:gd name="T20" fmla="*/ 22 w 132"/>
                        <a:gd name="T21" fmla="*/ 76 h 133"/>
                        <a:gd name="T22" fmla="*/ 22 w 132"/>
                        <a:gd name="T23" fmla="*/ 57 h 133"/>
                        <a:gd name="T24" fmla="*/ 56 w 132"/>
                        <a:gd name="T25" fmla="*/ 57 h 133"/>
                        <a:gd name="T26" fmla="*/ 56 w 132"/>
                        <a:gd name="T27" fmla="*/ 22 h 133"/>
                        <a:gd name="T28" fmla="*/ 76 w 132"/>
                        <a:gd name="T29" fmla="*/ 22 h 133"/>
                        <a:gd name="T30" fmla="*/ 76 w 132"/>
                        <a:gd name="T31" fmla="*/ 57 h 133"/>
                        <a:gd name="T32" fmla="*/ 110 w 132"/>
                        <a:gd name="T33" fmla="*/ 57 h 133"/>
                        <a:gd name="T34" fmla="*/ 110 w 132"/>
                        <a:gd name="T35" fmla="*/ 76 h 1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2" h="133">
                          <a:moveTo>
                            <a:pt x="66" y="0"/>
                          </a:moveTo>
                          <a:cubicBezTo>
                            <a:pt x="29" y="0"/>
                            <a:pt x="0" y="30"/>
                            <a:pt x="0" y="66"/>
                          </a:cubicBezTo>
                          <a:cubicBezTo>
                            <a:pt x="0" y="103"/>
                            <a:pt x="29" y="133"/>
                            <a:pt x="66" y="133"/>
                          </a:cubicBezTo>
                          <a:cubicBezTo>
                            <a:pt x="103" y="133"/>
                            <a:pt x="132" y="103"/>
                            <a:pt x="132" y="66"/>
                          </a:cubicBezTo>
                          <a:cubicBezTo>
                            <a:pt x="132" y="30"/>
                            <a:pt x="103" y="0"/>
                            <a:pt x="66" y="0"/>
                          </a:cubicBezTo>
                          <a:close/>
                          <a:moveTo>
                            <a:pt x="110" y="76"/>
                          </a:moveTo>
                          <a:cubicBezTo>
                            <a:pt x="76" y="76"/>
                            <a:pt x="76" y="76"/>
                            <a:pt x="76" y="76"/>
                          </a:cubicBezTo>
                          <a:cubicBezTo>
                            <a:pt x="76" y="111"/>
                            <a:pt x="76" y="111"/>
                            <a:pt x="76" y="111"/>
                          </a:cubicBezTo>
                          <a:cubicBezTo>
                            <a:pt x="56" y="111"/>
                            <a:pt x="56" y="111"/>
                            <a:pt x="56" y="111"/>
                          </a:cubicBezTo>
                          <a:cubicBezTo>
                            <a:pt x="56" y="76"/>
                            <a:pt x="56" y="76"/>
                            <a:pt x="56" y="76"/>
                          </a:cubicBezTo>
                          <a:cubicBezTo>
                            <a:pt x="22" y="76"/>
                            <a:pt x="22" y="76"/>
                            <a:pt x="22" y="76"/>
                          </a:cubicBezTo>
                          <a:cubicBezTo>
                            <a:pt x="22" y="57"/>
                            <a:pt x="22" y="57"/>
                            <a:pt x="22" y="57"/>
                          </a:cubicBezTo>
                          <a:cubicBezTo>
                            <a:pt x="56" y="57"/>
                            <a:pt x="56" y="57"/>
                            <a:pt x="56" y="57"/>
                          </a:cubicBezTo>
                          <a:cubicBezTo>
                            <a:pt x="56" y="22"/>
                            <a:pt x="56" y="22"/>
                            <a:pt x="56" y="22"/>
                          </a:cubicBezTo>
                          <a:cubicBezTo>
                            <a:pt x="76" y="22"/>
                            <a:pt x="76" y="22"/>
                            <a:pt x="76" y="22"/>
                          </a:cubicBezTo>
                          <a:cubicBezTo>
                            <a:pt x="76" y="57"/>
                            <a:pt x="76" y="57"/>
                            <a:pt x="76" y="57"/>
                          </a:cubicBezTo>
                          <a:cubicBezTo>
                            <a:pt x="110" y="57"/>
                            <a:pt x="110" y="57"/>
                            <a:pt x="110" y="57"/>
                          </a:cubicBezTo>
                          <a:lnTo>
                            <a:pt x="110" y="76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fontScale="85000" lnSpcReduction="2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6" name="išļíde">
                      <a:extLst>
                        <a:ext uri="{FF2B5EF4-FFF2-40B4-BE49-F238E27FC236}">
                          <a16:creationId xmlns:a16="http://schemas.microsoft.com/office/drawing/2014/main" id="{6B95CF16-07DB-269D-852E-A38BAFA5CDDE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7107952" y="2369219"/>
                      <a:ext cx="409252" cy="405355"/>
                    </a:xfrm>
                    <a:custGeom>
                      <a:avLst/>
                      <a:gdLst>
                        <a:gd name="T0" fmla="*/ 66 w 133"/>
                        <a:gd name="T1" fmla="*/ 0 h 132"/>
                        <a:gd name="T2" fmla="*/ 0 w 133"/>
                        <a:gd name="T3" fmla="*/ 66 h 132"/>
                        <a:gd name="T4" fmla="*/ 66 w 133"/>
                        <a:gd name="T5" fmla="*/ 132 h 132"/>
                        <a:gd name="T6" fmla="*/ 133 w 133"/>
                        <a:gd name="T7" fmla="*/ 66 h 132"/>
                        <a:gd name="T8" fmla="*/ 66 w 133"/>
                        <a:gd name="T9" fmla="*/ 0 h 132"/>
                        <a:gd name="T10" fmla="*/ 111 w 133"/>
                        <a:gd name="T11" fmla="*/ 75 h 132"/>
                        <a:gd name="T12" fmla="*/ 76 w 133"/>
                        <a:gd name="T13" fmla="*/ 75 h 132"/>
                        <a:gd name="T14" fmla="*/ 76 w 133"/>
                        <a:gd name="T15" fmla="*/ 110 h 132"/>
                        <a:gd name="T16" fmla="*/ 57 w 133"/>
                        <a:gd name="T17" fmla="*/ 110 h 132"/>
                        <a:gd name="T18" fmla="*/ 57 w 133"/>
                        <a:gd name="T19" fmla="*/ 75 h 132"/>
                        <a:gd name="T20" fmla="*/ 22 w 133"/>
                        <a:gd name="T21" fmla="*/ 75 h 132"/>
                        <a:gd name="T22" fmla="*/ 22 w 133"/>
                        <a:gd name="T23" fmla="*/ 56 h 132"/>
                        <a:gd name="T24" fmla="*/ 57 w 133"/>
                        <a:gd name="T25" fmla="*/ 56 h 132"/>
                        <a:gd name="T26" fmla="*/ 57 w 133"/>
                        <a:gd name="T27" fmla="*/ 22 h 132"/>
                        <a:gd name="T28" fmla="*/ 76 w 133"/>
                        <a:gd name="T29" fmla="*/ 22 h 132"/>
                        <a:gd name="T30" fmla="*/ 76 w 133"/>
                        <a:gd name="T31" fmla="*/ 56 h 132"/>
                        <a:gd name="T32" fmla="*/ 111 w 133"/>
                        <a:gd name="T33" fmla="*/ 56 h 132"/>
                        <a:gd name="T34" fmla="*/ 111 w 133"/>
                        <a:gd name="T35" fmla="*/ 75 h 13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3" h="132">
                          <a:moveTo>
                            <a:pt x="66" y="0"/>
                          </a:moveTo>
                          <a:cubicBezTo>
                            <a:pt x="30" y="0"/>
                            <a:pt x="0" y="29"/>
                            <a:pt x="0" y="66"/>
                          </a:cubicBezTo>
                          <a:cubicBezTo>
                            <a:pt x="0" y="103"/>
                            <a:pt x="30" y="132"/>
                            <a:pt x="66" y="132"/>
                          </a:cubicBezTo>
                          <a:cubicBezTo>
                            <a:pt x="103" y="132"/>
                            <a:pt x="133" y="103"/>
                            <a:pt x="133" y="66"/>
                          </a:cubicBezTo>
                          <a:cubicBezTo>
                            <a:pt x="133" y="29"/>
                            <a:pt x="103" y="0"/>
                            <a:pt x="66" y="0"/>
                          </a:cubicBezTo>
                          <a:close/>
                          <a:moveTo>
                            <a:pt x="111" y="75"/>
                          </a:moveTo>
                          <a:cubicBezTo>
                            <a:pt x="76" y="75"/>
                            <a:pt x="76" y="75"/>
                            <a:pt x="76" y="75"/>
                          </a:cubicBezTo>
                          <a:cubicBezTo>
                            <a:pt x="76" y="110"/>
                            <a:pt x="76" y="110"/>
                            <a:pt x="76" y="110"/>
                          </a:cubicBezTo>
                          <a:cubicBezTo>
                            <a:pt x="57" y="110"/>
                            <a:pt x="57" y="110"/>
                            <a:pt x="57" y="110"/>
                          </a:cubicBezTo>
                          <a:cubicBezTo>
                            <a:pt x="57" y="75"/>
                            <a:pt x="57" y="75"/>
                            <a:pt x="57" y="75"/>
                          </a:cubicBezTo>
                          <a:cubicBezTo>
                            <a:pt x="22" y="75"/>
                            <a:pt x="22" y="75"/>
                            <a:pt x="22" y="75"/>
                          </a:cubicBezTo>
                          <a:cubicBezTo>
                            <a:pt x="22" y="56"/>
                            <a:pt x="22" y="56"/>
                            <a:pt x="22" y="56"/>
                          </a:cubicBezTo>
                          <a:cubicBezTo>
                            <a:pt x="57" y="56"/>
                            <a:pt x="57" y="56"/>
                            <a:pt x="57" y="56"/>
                          </a:cubicBezTo>
                          <a:cubicBezTo>
                            <a:pt x="57" y="22"/>
                            <a:pt x="57" y="22"/>
                            <a:pt x="57" y="22"/>
                          </a:cubicBezTo>
                          <a:cubicBezTo>
                            <a:pt x="76" y="22"/>
                            <a:pt x="76" y="22"/>
                            <a:pt x="76" y="22"/>
                          </a:cubicBezTo>
                          <a:cubicBezTo>
                            <a:pt x="76" y="56"/>
                            <a:pt x="76" y="56"/>
                            <a:pt x="76" y="56"/>
                          </a:cubicBezTo>
                          <a:cubicBezTo>
                            <a:pt x="111" y="56"/>
                            <a:pt x="111" y="56"/>
                            <a:pt x="111" y="56"/>
                          </a:cubicBezTo>
                          <a:lnTo>
                            <a:pt x="111" y="75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fontScale="85000" lnSpcReduction="2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57" name="ïṩļïḑè">
                      <a:extLst>
                        <a:ext uri="{FF2B5EF4-FFF2-40B4-BE49-F238E27FC236}">
                          <a16:creationId xmlns:a16="http://schemas.microsoft.com/office/drawing/2014/main" id="{ECD6762F-3D4E-2FA7-F248-BBA9E5279909}"/>
                        </a:ext>
                      </a:extLst>
                    </p:cNvPr>
                    <p:cNvSpPr/>
                    <p:nvPr/>
                  </p:nvSpPr>
                  <p:spPr bwMode="auto">
                    <a:xfrm rot="2273136">
                      <a:off x="8432123" y="1167110"/>
                      <a:ext cx="420945" cy="479410"/>
                    </a:xfrm>
                    <a:custGeom>
                      <a:avLst/>
                      <a:gdLst>
                        <a:gd name="T0" fmla="*/ 0 w 324"/>
                        <a:gd name="T1" fmla="*/ 369 h 369"/>
                        <a:gd name="T2" fmla="*/ 163 w 324"/>
                        <a:gd name="T3" fmla="*/ 0 h 369"/>
                        <a:gd name="T4" fmla="*/ 324 w 324"/>
                        <a:gd name="T5" fmla="*/ 364 h 369"/>
                        <a:gd name="T6" fmla="*/ 0 w 324"/>
                        <a:gd name="T7" fmla="*/ 369 h 36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324" h="369">
                          <a:moveTo>
                            <a:pt x="0" y="369"/>
                          </a:moveTo>
                          <a:lnTo>
                            <a:pt x="163" y="0"/>
                          </a:lnTo>
                          <a:lnTo>
                            <a:pt x="324" y="364"/>
                          </a:lnTo>
                          <a:lnTo>
                            <a:pt x="0" y="369"/>
                          </a:lnTo>
                          <a:close/>
                        </a:path>
                      </a:pathLst>
                    </a:custGeom>
                    <a:solidFill>
                      <a:schemeClr val="tx1">
                        <a:lumMod val="50000"/>
                        <a:lumOff val="50000"/>
                      </a:schemeClr>
                    </a:solidFill>
                    <a:ln w="15875" cap="flat">
                      <a:noFill/>
                      <a:prstDash val="solid"/>
                      <a:miter lim="800000"/>
                    </a:ln>
                  </p:spPr>
                  <p:txBody>
                    <a:bodyPr vert="horz" wrap="square" lIns="68580" tIns="34290" rIns="68580" bIns="34290" numCol="1" anchor="t" anchorCtr="0" compatLnSpc="1">
                      <a:normAutofit lnSpcReduction="10000"/>
                    </a:bodyPr>
                    <a:lstStyle/>
                    <a:p>
                      <a:pPr defTabSz="685324">
                        <a:lnSpc>
                          <a:spcPct val="100000"/>
                        </a:lnSpc>
                        <a:spcBef>
                          <a:spcPts val="0"/>
                        </a:spcBef>
                        <a:defRPr/>
                      </a:pPr>
                      <a:endParaRPr lang="zh-CN" altLang="en-US" sz="1500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  <p:sp>
                <p:nvSpPr>
                  <p:cNvPr id="34" name="ïşḻíḋe">
                    <a:extLst>
                      <a:ext uri="{FF2B5EF4-FFF2-40B4-BE49-F238E27FC236}">
                        <a16:creationId xmlns:a16="http://schemas.microsoft.com/office/drawing/2014/main" id="{A26AAFC1-4954-BF69-8784-9931ADFE5C74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812513" y="1345163"/>
                    <a:ext cx="2707974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fontScale="925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en-US" altLang="zh-CN" sz="1350" b="1">
                        <a:solidFill>
                          <a:srgbClr val="000000"/>
                        </a:solidFill>
                      </a:rPr>
                      <a:t>Autonomy Production</a:t>
                    </a:r>
                  </a:p>
                </p:txBody>
              </p:sp>
              <p:sp>
                <p:nvSpPr>
                  <p:cNvPr id="35" name="îSľiďê">
                    <a:extLst>
                      <a:ext uri="{FF2B5EF4-FFF2-40B4-BE49-F238E27FC236}">
                        <a16:creationId xmlns:a16="http://schemas.microsoft.com/office/drawing/2014/main" id="{9E09A86B-873E-4852-B486-8FD013863A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812513" y="1786968"/>
                    <a:ext cx="2707975" cy="117287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rmAutofit fontScale="92500"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Workshop Level Management Software</a:t>
                    </a:r>
                    <a:endParaRPr lang="zh-CN" altLang="en-US" sz="1000">
                      <a:solidFill>
                        <a:srgbClr val="000000"/>
                      </a:solidFill>
                    </a:endParaRPr>
                  </a:p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Digitalization Process System</a:t>
                    </a:r>
                    <a:endParaRPr lang="zh-CN" altLang="en-US" sz="1000">
                      <a:solidFill>
                        <a:srgbClr val="000000"/>
                      </a:solidFill>
                    </a:endParaRPr>
                  </a:p>
                  <a:p>
                    <a:pPr marL="128588" indent="-128588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  <a:defRPr/>
                    </a:pPr>
                    <a:endParaRPr lang="en-US" altLang="zh-CN" sz="10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6" name="ïş1íḓé">
                    <a:extLst>
                      <a:ext uri="{FF2B5EF4-FFF2-40B4-BE49-F238E27FC236}">
                        <a16:creationId xmlns:a16="http://schemas.microsoft.com/office/drawing/2014/main" id="{B07088DB-488D-6A05-8754-60E712B1583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422802" y="2959842"/>
                    <a:ext cx="4097685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en-US" altLang="zh-CN" sz="1350" b="1">
                        <a:solidFill>
                          <a:srgbClr val="000000"/>
                        </a:solidFill>
                      </a:rPr>
                      <a:t>Flexible Production Line</a:t>
                    </a:r>
                  </a:p>
                </p:txBody>
              </p:sp>
              <p:sp>
                <p:nvSpPr>
                  <p:cNvPr id="37" name="ïṩľíďê">
                    <a:extLst>
                      <a:ext uri="{FF2B5EF4-FFF2-40B4-BE49-F238E27FC236}">
                        <a16:creationId xmlns:a16="http://schemas.microsoft.com/office/drawing/2014/main" id="{4DA16767-DDDC-E743-F5FA-2C0B0C97D4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422801" y="3401646"/>
                    <a:ext cx="4097686" cy="18739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Cell Management Software</a:t>
                    </a:r>
                    <a:endParaRPr lang="zh-CN" altLang="en-US" sz="1000">
                      <a:solidFill>
                        <a:srgbClr val="000000"/>
                      </a:solidFill>
                    </a:endParaRPr>
                  </a:p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Collaborative Robots</a:t>
                    </a:r>
                    <a:endParaRPr lang="zh-CN" altLang="en-US" sz="1000">
                      <a:solidFill>
                        <a:srgbClr val="000000"/>
                      </a:solidFill>
                    </a:endParaRPr>
                  </a:p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endParaRPr lang="en-US" altLang="zh-CN" sz="90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38" name="išļíḍé">
                    <a:extLst>
                      <a:ext uri="{FF2B5EF4-FFF2-40B4-BE49-F238E27FC236}">
                        <a16:creationId xmlns:a16="http://schemas.microsoft.com/office/drawing/2014/main" id="{5DD4FF54-59BE-C639-A780-FC74CAD680C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271258" y="4671354"/>
                    <a:ext cx="5249229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en-US" altLang="zh-CN" sz="1350" b="1">
                        <a:solidFill>
                          <a:srgbClr val="000000"/>
                        </a:solidFill>
                      </a:rPr>
                      <a:t>Continuous Machining</a:t>
                    </a:r>
                  </a:p>
                </p:txBody>
              </p:sp>
              <p:sp>
                <p:nvSpPr>
                  <p:cNvPr id="39" name="îŝ1îde">
                    <a:extLst>
                      <a:ext uri="{FF2B5EF4-FFF2-40B4-BE49-F238E27FC236}">
                        <a16:creationId xmlns:a16="http://schemas.microsoft.com/office/drawing/2014/main" id="{67A4AD36-8A36-B7DF-EC6B-DA80E4D4388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271258" y="5113159"/>
                    <a:ext cx="5249229" cy="103472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Wingdings" pitchFamily="2" charset="2"/>
                      <a:buChar char="ü"/>
                      <a:defRPr/>
                    </a:pP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High Repeat Positioning Accuracy Clamps</a:t>
                    </a:r>
                    <a:endParaRPr lang="en-US" altLang="zh-CN" sz="825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40" name="îṧlíḑê">
                    <a:extLst>
                      <a:ext uri="{FF2B5EF4-FFF2-40B4-BE49-F238E27FC236}">
                        <a16:creationId xmlns:a16="http://schemas.microsoft.com/office/drawing/2014/main" id="{D3437E3E-9E6C-8B8C-45E2-8384CBF561E4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671513" y="5006282"/>
                    <a:ext cx="2963637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b">
                    <a:normAutofit lnSpcReduction="10000"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r" defTabSz="685324">
                      <a:lnSpc>
                        <a:spcPct val="100000"/>
                      </a:lnSpc>
                      <a:spcBef>
                        <a:spcPct val="0"/>
                      </a:spcBef>
                      <a:defRPr/>
                    </a:pPr>
                    <a:r>
                      <a:rPr lang="en-US" altLang="zh-CN" sz="1350" b="1">
                        <a:solidFill>
                          <a:srgbClr val="000000"/>
                        </a:solidFill>
                      </a:rPr>
                      <a:t>Single Machine</a:t>
                    </a:r>
                  </a:p>
                </p:txBody>
              </p:sp>
              <p:sp>
                <p:nvSpPr>
                  <p:cNvPr id="41" name="íṣ1îḍé">
                    <a:extLst>
                      <a:ext uri="{FF2B5EF4-FFF2-40B4-BE49-F238E27FC236}">
                        <a16:creationId xmlns:a16="http://schemas.microsoft.com/office/drawing/2014/main" id="{C8941086-10BB-6322-0154-DCA8D9D5A7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1513" y="5448087"/>
                    <a:ext cx="2963637" cy="69979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68580" tIns="34290" rIns="68580" bIns="34290" anchor="t" anchorCtr="0">
                    <a:no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171450" indent="-171450" algn="r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Machine</a:t>
                    </a:r>
                    <a:r>
                      <a:rPr lang="zh-CN" altLang="en-US" sz="1000">
                        <a:solidFill>
                          <a:srgbClr val="000000"/>
                        </a:solidFill>
                      </a:rPr>
                      <a:t> </a:t>
                    </a: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Manufacturer</a:t>
                    </a:r>
                    <a:endParaRPr lang="zh-CN" altLang="en-US" sz="1000">
                      <a:solidFill>
                        <a:srgbClr val="000000"/>
                      </a:solidFill>
                    </a:endParaRPr>
                  </a:p>
                  <a:p>
                    <a:pPr marL="171450" indent="-171450" algn="r" defTabSz="685324">
                      <a:lnSpc>
                        <a:spcPct val="15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  <a:defRPr/>
                    </a:pPr>
                    <a:r>
                      <a:rPr lang="en-US" altLang="zh-CN" sz="1000">
                        <a:solidFill>
                          <a:srgbClr val="000000"/>
                        </a:solidFill>
                      </a:rPr>
                      <a:t>On-field Operators</a:t>
                    </a:r>
                  </a:p>
                </p:txBody>
              </p:sp>
            </p:grpSp>
            <p:pic>
              <p:nvPicPr>
                <p:cNvPr id="68" name="Picture 67">
                  <a:extLst>
                    <a:ext uri="{FF2B5EF4-FFF2-40B4-BE49-F238E27FC236}">
                      <a16:creationId xmlns:a16="http://schemas.microsoft.com/office/drawing/2014/main" id="{66395364-20B3-D372-6DDD-4EDFD9741A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04744" y="2445592"/>
                  <a:ext cx="886298" cy="427508"/>
                </a:xfrm>
                <a:prstGeom prst="rect">
                  <a:avLst/>
                </a:prstGeom>
              </p:spPr>
            </p:pic>
          </p:grpSp>
          <p:sp>
            <p:nvSpPr>
              <p:cNvPr id="70" name="í$ḻiḍè">
                <a:extLst>
                  <a:ext uri="{FF2B5EF4-FFF2-40B4-BE49-F238E27FC236}">
                    <a16:creationId xmlns:a16="http://schemas.microsoft.com/office/drawing/2014/main" id="{2174D7B6-B897-454B-B1FB-B9DDA2B8A5C6}"/>
                  </a:ext>
                </a:extLst>
              </p:cNvPr>
              <p:cNvSpPr/>
              <p:nvPr/>
            </p:nvSpPr>
            <p:spPr bwMode="auto">
              <a:xfrm>
                <a:off x="3712408" y="2599246"/>
                <a:ext cx="563871" cy="804014"/>
              </a:xfrm>
              <a:custGeom>
                <a:avLst/>
                <a:gdLst>
                  <a:gd name="T0" fmla="*/ 148 w 613"/>
                  <a:gd name="T1" fmla="*/ 648 h 650"/>
                  <a:gd name="T2" fmla="*/ 108 w 613"/>
                  <a:gd name="T3" fmla="*/ 594 h 650"/>
                  <a:gd name="T4" fmla="*/ 233 w 613"/>
                  <a:gd name="T5" fmla="*/ 80 h 650"/>
                  <a:gd name="T6" fmla="*/ 366 w 613"/>
                  <a:gd name="T7" fmla="*/ 30 h 650"/>
                  <a:gd name="T8" fmla="*/ 534 w 613"/>
                  <a:gd name="T9" fmla="*/ 41 h 650"/>
                  <a:gd name="T10" fmla="*/ 550 w 613"/>
                  <a:gd name="T11" fmla="*/ 0 h 650"/>
                  <a:gd name="T12" fmla="*/ 613 w 613"/>
                  <a:gd name="T13" fmla="*/ 81 h 650"/>
                  <a:gd name="T14" fmla="*/ 512 w 613"/>
                  <a:gd name="T15" fmla="*/ 95 h 650"/>
                  <a:gd name="T16" fmla="*/ 529 w 613"/>
                  <a:gd name="T17" fmla="*/ 51 h 650"/>
                  <a:gd name="T18" fmla="*/ 368 w 613"/>
                  <a:gd name="T19" fmla="*/ 42 h 650"/>
                  <a:gd name="T20" fmla="*/ 239 w 613"/>
                  <a:gd name="T21" fmla="*/ 90 h 650"/>
                  <a:gd name="T22" fmla="*/ 75 w 613"/>
                  <a:gd name="T23" fmla="*/ 314 h 650"/>
                  <a:gd name="T24" fmla="*/ 118 w 613"/>
                  <a:gd name="T25" fmla="*/ 588 h 650"/>
                  <a:gd name="T26" fmla="*/ 156 w 613"/>
                  <a:gd name="T27" fmla="*/ 641 h 650"/>
                  <a:gd name="T28" fmla="*/ 158 w 613"/>
                  <a:gd name="T29" fmla="*/ 642 h 650"/>
                  <a:gd name="T30" fmla="*/ 149 w 613"/>
                  <a:gd name="T31" fmla="*/ 650 h 650"/>
                  <a:gd name="T32" fmla="*/ 148 w 613"/>
                  <a:gd name="T33" fmla="*/ 648 h 6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13" h="650">
                    <a:moveTo>
                      <a:pt x="148" y="648"/>
                    </a:moveTo>
                    <a:cubicBezTo>
                      <a:pt x="133" y="631"/>
                      <a:pt x="119" y="613"/>
                      <a:pt x="108" y="594"/>
                    </a:cubicBezTo>
                    <a:cubicBezTo>
                      <a:pt x="0" y="418"/>
                      <a:pt x="56" y="187"/>
                      <a:pt x="233" y="80"/>
                    </a:cubicBezTo>
                    <a:cubicBezTo>
                      <a:pt x="274" y="55"/>
                      <a:pt x="319" y="38"/>
                      <a:pt x="366" y="30"/>
                    </a:cubicBezTo>
                    <a:cubicBezTo>
                      <a:pt x="422" y="21"/>
                      <a:pt x="479" y="25"/>
                      <a:pt x="534" y="41"/>
                    </a:cubicBezTo>
                    <a:cubicBezTo>
                      <a:pt x="550" y="0"/>
                      <a:pt x="550" y="0"/>
                      <a:pt x="550" y="0"/>
                    </a:cubicBezTo>
                    <a:cubicBezTo>
                      <a:pt x="613" y="81"/>
                      <a:pt x="613" y="81"/>
                      <a:pt x="613" y="81"/>
                    </a:cubicBezTo>
                    <a:cubicBezTo>
                      <a:pt x="512" y="95"/>
                      <a:pt x="512" y="95"/>
                      <a:pt x="512" y="95"/>
                    </a:cubicBezTo>
                    <a:cubicBezTo>
                      <a:pt x="529" y="51"/>
                      <a:pt x="529" y="51"/>
                      <a:pt x="529" y="51"/>
                    </a:cubicBezTo>
                    <a:cubicBezTo>
                      <a:pt x="477" y="36"/>
                      <a:pt x="421" y="33"/>
                      <a:pt x="368" y="42"/>
                    </a:cubicBezTo>
                    <a:cubicBezTo>
                      <a:pt x="322" y="49"/>
                      <a:pt x="279" y="65"/>
                      <a:pt x="239" y="90"/>
                    </a:cubicBezTo>
                    <a:cubicBezTo>
                      <a:pt x="156" y="140"/>
                      <a:pt x="98" y="220"/>
                      <a:pt x="75" y="314"/>
                    </a:cubicBezTo>
                    <a:cubicBezTo>
                      <a:pt x="52" y="408"/>
                      <a:pt x="67" y="505"/>
                      <a:pt x="118" y="588"/>
                    </a:cubicBezTo>
                    <a:cubicBezTo>
                      <a:pt x="129" y="607"/>
                      <a:pt x="142" y="624"/>
                      <a:pt x="156" y="641"/>
                    </a:cubicBezTo>
                    <a:cubicBezTo>
                      <a:pt x="158" y="642"/>
                      <a:pt x="158" y="642"/>
                      <a:pt x="158" y="642"/>
                    </a:cubicBezTo>
                    <a:cubicBezTo>
                      <a:pt x="149" y="650"/>
                      <a:pt x="149" y="650"/>
                      <a:pt x="149" y="650"/>
                    </a:cubicBezTo>
                    <a:lnTo>
                      <a:pt x="148" y="648"/>
                    </a:lnTo>
                    <a:close/>
                  </a:path>
                </a:pathLst>
              </a:custGeom>
              <a:solidFill>
                <a:schemeClr val="accent1"/>
              </a:solidFill>
              <a:ln w="15875" cap="flat">
                <a:noFill/>
                <a:prstDash val="solid"/>
                <a:miter lim="800000"/>
              </a:ln>
            </p:spPr>
            <p:txBody>
              <a:bodyPr vert="horz" wrap="square" lIns="68580" tIns="34290" rIns="68580" bIns="34290" numCol="1" anchor="t" anchorCtr="0" compatLnSpc="1">
                <a:normAutofit/>
              </a:bodyPr>
              <a:lstStyle/>
              <a:p>
                <a:pPr defTabSz="685324">
                  <a:lnSpc>
                    <a:spcPct val="100000"/>
                  </a:lnSpc>
                  <a:spcBef>
                    <a:spcPts val="0"/>
                  </a:spcBef>
                  <a:defRPr/>
                </a:pPr>
                <a:endParaRPr lang="zh-CN" altLang="en-US" sz="150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0592B60-2F00-EAD8-B91B-F26FD30D5B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0208" y="3380411"/>
              <a:ext cx="178073" cy="40242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B60C9BA-F941-AAE4-68D8-73E1B18B9099}"/>
              </a:ext>
            </a:extLst>
          </p:cNvPr>
          <p:cNvCxnSpPr>
            <a:cxnSpLocks/>
            <a:stCxn id="70" idx="13"/>
          </p:cNvCxnSpPr>
          <p:nvPr/>
        </p:nvCxnSpPr>
        <p:spPr>
          <a:xfrm>
            <a:off x="3675269" y="3470203"/>
            <a:ext cx="293870" cy="9030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ŝḷîdè">
            <a:extLst>
              <a:ext uri="{FF2B5EF4-FFF2-40B4-BE49-F238E27FC236}">
                <a16:creationId xmlns:a16="http://schemas.microsoft.com/office/drawing/2014/main" id="{553E0CF5-9E03-6EA6-F7D2-5E012091EAEE}"/>
              </a:ext>
            </a:extLst>
          </p:cNvPr>
          <p:cNvSpPr/>
          <p:nvPr/>
        </p:nvSpPr>
        <p:spPr>
          <a:xfrm rot="18900000" flipH="1">
            <a:off x="334771" y="2179033"/>
            <a:ext cx="1446306" cy="1448985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rgbClr val="2B4799"/>
          </a:solidFill>
          <a:ln w="76200">
            <a:solidFill>
              <a:srgbClr val="2B4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/>
            <a:endParaRPr sz="1050">
              <a:solidFill>
                <a:srgbClr val="2B4799"/>
              </a:solidFill>
            </a:endParaRPr>
          </a:p>
        </p:txBody>
      </p:sp>
      <p:sp>
        <p:nvSpPr>
          <p:cNvPr id="14" name="îṣľídè">
            <a:extLst>
              <a:ext uri="{FF2B5EF4-FFF2-40B4-BE49-F238E27FC236}">
                <a16:creationId xmlns:a16="http://schemas.microsoft.com/office/drawing/2014/main" id="{9F501FCF-9165-BFF0-6B4D-840E093968E4}"/>
              </a:ext>
            </a:extLst>
          </p:cNvPr>
          <p:cNvSpPr/>
          <p:nvPr/>
        </p:nvSpPr>
        <p:spPr>
          <a:xfrm>
            <a:off x="485293" y="3692260"/>
            <a:ext cx="1138237" cy="92869"/>
          </a:xfrm>
          <a:prstGeom prst="rect">
            <a:avLst/>
          </a:prstGeom>
          <a:solidFill>
            <a:srgbClr val="2B4799"/>
          </a:solidFill>
          <a:ln w="76200">
            <a:solidFill>
              <a:srgbClr val="2B4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/>
            <a:endParaRPr sz="1050">
              <a:solidFill>
                <a:srgbClr val="2B4799"/>
              </a:solidFill>
            </a:endParaRPr>
          </a:p>
        </p:txBody>
      </p:sp>
      <p:sp>
        <p:nvSpPr>
          <p:cNvPr id="15" name="íş1îḓê">
            <a:extLst>
              <a:ext uri="{FF2B5EF4-FFF2-40B4-BE49-F238E27FC236}">
                <a16:creationId xmlns:a16="http://schemas.microsoft.com/office/drawing/2014/main" id="{BB4AEAFB-9049-FE9B-267A-3C4EA59BC1E7}"/>
              </a:ext>
            </a:extLst>
          </p:cNvPr>
          <p:cNvSpPr/>
          <p:nvPr/>
        </p:nvSpPr>
        <p:spPr>
          <a:xfrm>
            <a:off x="288895" y="3465465"/>
            <a:ext cx="1515732" cy="11467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 anchor="ctr" anchorCtr="1">
            <a:normAutofit/>
          </a:bodyPr>
          <a:lstStyle/>
          <a:p>
            <a:pPr algn="ctr" defTabSz="685784">
              <a:spcBef>
                <a:spcPct val="0"/>
              </a:spcBef>
              <a:defRPr/>
            </a:pPr>
            <a:r>
              <a:rPr lang="en-US" altLang="zh-CN" sz="1800" b="1">
                <a:solidFill>
                  <a:srgbClr val="2B4799"/>
                </a:solidFill>
              </a:rPr>
              <a:t>EFFICIENCY</a:t>
            </a:r>
            <a:endParaRPr lang="zh-CN" altLang="en-US" sz="1800" b="1">
              <a:solidFill>
                <a:srgbClr val="2B4799"/>
              </a:solidFill>
            </a:endParaRPr>
          </a:p>
        </p:txBody>
      </p:sp>
      <p:sp>
        <p:nvSpPr>
          <p:cNvPr id="16" name="íš1îḍê">
            <a:extLst>
              <a:ext uri="{FF2B5EF4-FFF2-40B4-BE49-F238E27FC236}">
                <a16:creationId xmlns:a16="http://schemas.microsoft.com/office/drawing/2014/main" id="{4B38B887-A137-9972-EF1E-8B07C40E911A}"/>
              </a:ext>
            </a:extLst>
          </p:cNvPr>
          <p:cNvSpPr/>
          <p:nvPr/>
        </p:nvSpPr>
        <p:spPr>
          <a:xfrm rot="18900000" flipV="1">
            <a:off x="7401183" y="2171244"/>
            <a:ext cx="1446306" cy="1448985"/>
          </a:xfrm>
          <a:custGeom>
            <a:avLst/>
            <a:gdLst>
              <a:gd name="connsiteX0" fmla="*/ 131121 w 3124913"/>
              <a:gd name="connsiteY0" fmla="*/ 1249162 h 3130701"/>
              <a:gd name="connsiteX1" fmla="*/ 132370 w 3124913"/>
              <a:gd name="connsiteY1" fmla="*/ 1247913 h 3130701"/>
              <a:gd name="connsiteX2" fmla="*/ 1249163 w 3124913"/>
              <a:gd name="connsiteY2" fmla="*/ 131120 h 3130701"/>
              <a:gd name="connsiteX3" fmla="*/ 1882271 w 3124913"/>
              <a:gd name="connsiteY3" fmla="*/ 131120 h 3130701"/>
              <a:gd name="connsiteX4" fmla="*/ 1882271 w 3124913"/>
              <a:gd name="connsiteY4" fmla="*/ 764228 h 3130701"/>
              <a:gd name="connsiteX5" fmla="*/ 1516049 w 3124913"/>
              <a:gd name="connsiteY5" fmla="*/ 1130450 h 3130701"/>
              <a:gd name="connsiteX6" fmla="*/ 2677238 w 3124913"/>
              <a:gd name="connsiteY6" fmla="*/ 1130450 h 3130701"/>
              <a:gd name="connsiteX7" fmla="*/ 3124913 w 3124913"/>
              <a:gd name="connsiteY7" fmla="*/ 1578125 h 3130701"/>
              <a:gd name="connsiteX8" fmla="*/ 2677238 w 3124913"/>
              <a:gd name="connsiteY8" fmla="*/ 2025800 h 3130701"/>
              <a:gd name="connsiteX9" fmla="*/ 1545864 w 3124913"/>
              <a:gd name="connsiteY9" fmla="*/ 2025800 h 3130701"/>
              <a:gd name="connsiteX10" fmla="*/ 1883520 w 3124913"/>
              <a:gd name="connsiteY10" fmla="*/ 2363456 h 3130701"/>
              <a:gd name="connsiteX11" fmla="*/ 1883520 w 3124913"/>
              <a:gd name="connsiteY11" fmla="*/ 2999063 h 3130701"/>
              <a:gd name="connsiteX12" fmla="*/ 1247913 w 3124913"/>
              <a:gd name="connsiteY12" fmla="*/ 2999063 h 3130701"/>
              <a:gd name="connsiteX13" fmla="*/ 132370 w 3124913"/>
              <a:gd name="connsiteY13" fmla="*/ 1883520 h 3130701"/>
              <a:gd name="connsiteX14" fmla="*/ 131809 w 3124913"/>
              <a:gd name="connsiteY14" fmla="*/ 1882832 h 3130701"/>
              <a:gd name="connsiteX15" fmla="*/ 131121 w 3124913"/>
              <a:gd name="connsiteY15" fmla="*/ 1882270 h 3130701"/>
              <a:gd name="connsiteX16" fmla="*/ 131121 w 3124913"/>
              <a:gd name="connsiteY16" fmla="*/ 1249162 h 3130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124913" h="3130701">
                <a:moveTo>
                  <a:pt x="131121" y="1249162"/>
                </a:moveTo>
                <a:lnTo>
                  <a:pt x="132370" y="1247913"/>
                </a:lnTo>
                <a:lnTo>
                  <a:pt x="1249163" y="131120"/>
                </a:lnTo>
                <a:cubicBezTo>
                  <a:pt x="1423991" y="-43707"/>
                  <a:pt x="1707443" y="-43707"/>
                  <a:pt x="1882271" y="131120"/>
                </a:cubicBezTo>
                <a:cubicBezTo>
                  <a:pt x="2057099" y="305948"/>
                  <a:pt x="2057099" y="589401"/>
                  <a:pt x="1882271" y="764228"/>
                </a:cubicBezTo>
                <a:lnTo>
                  <a:pt x="1516049" y="1130450"/>
                </a:lnTo>
                <a:lnTo>
                  <a:pt x="2677238" y="1130450"/>
                </a:lnTo>
                <a:cubicBezTo>
                  <a:pt x="2924482" y="1130450"/>
                  <a:pt x="3124913" y="1330881"/>
                  <a:pt x="3124913" y="1578125"/>
                </a:cubicBezTo>
                <a:cubicBezTo>
                  <a:pt x="3124913" y="1825369"/>
                  <a:pt x="2924482" y="2025800"/>
                  <a:pt x="2677238" y="2025800"/>
                </a:cubicBezTo>
                <a:lnTo>
                  <a:pt x="1545864" y="2025800"/>
                </a:lnTo>
                <a:lnTo>
                  <a:pt x="1883520" y="2363456"/>
                </a:lnTo>
                <a:cubicBezTo>
                  <a:pt x="2059038" y="2538974"/>
                  <a:pt x="2059038" y="2823545"/>
                  <a:pt x="1883520" y="2999063"/>
                </a:cubicBezTo>
                <a:cubicBezTo>
                  <a:pt x="1708002" y="3174581"/>
                  <a:pt x="1423431" y="3174581"/>
                  <a:pt x="1247913" y="2999063"/>
                </a:cubicBezTo>
                <a:lnTo>
                  <a:pt x="132370" y="1883520"/>
                </a:lnTo>
                <a:lnTo>
                  <a:pt x="131809" y="1882832"/>
                </a:lnTo>
                <a:lnTo>
                  <a:pt x="131121" y="1882270"/>
                </a:lnTo>
                <a:cubicBezTo>
                  <a:pt x="-43707" y="1707442"/>
                  <a:pt x="-43707" y="1423990"/>
                  <a:pt x="131121" y="1249162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/>
          </a:bodyPr>
          <a:lstStyle/>
          <a:p>
            <a:pPr algn="ctr"/>
            <a:endParaRPr sz="1050"/>
          </a:p>
        </p:txBody>
      </p:sp>
      <p:sp>
        <p:nvSpPr>
          <p:cNvPr id="17" name="iśliḑé">
            <a:extLst>
              <a:ext uri="{FF2B5EF4-FFF2-40B4-BE49-F238E27FC236}">
                <a16:creationId xmlns:a16="http://schemas.microsoft.com/office/drawing/2014/main" id="{554C3A87-5494-D014-5CD2-DE546CBE602A}"/>
              </a:ext>
            </a:extLst>
          </p:cNvPr>
          <p:cNvSpPr/>
          <p:nvPr/>
        </p:nvSpPr>
        <p:spPr>
          <a:xfrm>
            <a:off x="7555218" y="3684472"/>
            <a:ext cx="1138237" cy="92869"/>
          </a:xfrm>
          <a:prstGeom prst="rect">
            <a:avLst/>
          </a:prstGeom>
          <a:solidFill>
            <a:schemeClr val="bg2">
              <a:lumMod val="7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8580" tIns="34290" rIns="68580" bIns="34290" anchor="ctr">
            <a:normAutofit fontScale="25000" lnSpcReduction="20000"/>
          </a:bodyPr>
          <a:lstStyle/>
          <a:p>
            <a:pPr algn="ctr"/>
            <a:endParaRPr sz="1050"/>
          </a:p>
        </p:txBody>
      </p:sp>
      <p:sp>
        <p:nvSpPr>
          <p:cNvPr id="18" name="îṡľîḑê">
            <a:extLst>
              <a:ext uri="{FF2B5EF4-FFF2-40B4-BE49-F238E27FC236}">
                <a16:creationId xmlns:a16="http://schemas.microsoft.com/office/drawing/2014/main" id="{72C8F0E2-B50A-8373-5BBC-D5993D44ADF2}"/>
              </a:ext>
            </a:extLst>
          </p:cNvPr>
          <p:cNvSpPr/>
          <p:nvPr/>
        </p:nvSpPr>
        <p:spPr>
          <a:xfrm>
            <a:off x="7333639" y="3537135"/>
            <a:ext cx="1641514" cy="904530"/>
          </a:xfrm>
          <a:prstGeom prst="rect">
            <a:avLst/>
          </a:prstGeom>
        </p:spPr>
        <p:txBody>
          <a:bodyPr wrap="square" lIns="68580" tIns="34290" rIns="68580" bIns="34290" anchor="ctr" anchorCtr="1">
            <a:normAutofit/>
          </a:bodyPr>
          <a:lstStyle/>
          <a:p>
            <a:pPr algn="ctr" defTabSz="685784">
              <a:spcBef>
                <a:spcPct val="0"/>
              </a:spcBef>
              <a:defRPr/>
            </a:pPr>
            <a:r>
              <a:rPr lang="en-US" altLang="zh-CN" sz="1800" b="1">
                <a:solidFill>
                  <a:schemeClr val="bg2">
                    <a:lumMod val="75000"/>
                  </a:schemeClr>
                </a:solidFill>
              </a:rPr>
              <a:t>HUMAN LABOR</a:t>
            </a:r>
            <a:endParaRPr lang="zh-CN" altLang="en-US" sz="1800" b="1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74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5405D3F-F59D-DB44-14E4-D9642ACC9368}"/>
              </a:ext>
            </a:extLst>
          </p:cNvPr>
          <p:cNvGrpSpPr/>
          <p:nvPr/>
        </p:nvGrpSpPr>
        <p:grpSpPr>
          <a:xfrm>
            <a:off x="163593" y="921366"/>
            <a:ext cx="8201236" cy="3988688"/>
            <a:chOff x="-25296" y="1130300"/>
            <a:chExt cx="11544196" cy="4881617"/>
          </a:xfrm>
        </p:grpSpPr>
        <p:cxnSp>
          <p:nvCxnSpPr>
            <p:cNvPr id="4" name="íŝľïḋè">
              <a:extLst>
                <a:ext uri="{FF2B5EF4-FFF2-40B4-BE49-F238E27FC236}">
                  <a16:creationId xmlns:a16="http://schemas.microsoft.com/office/drawing/2014/main" id="{4A1AEB87-1299-993B-AE66-D9FAE620E950}"/>
                </a:ext>
              </a:extLst>
            </p:cNvPr>
            <p:cNvCxnSpPr>
              <a:cxnSpLocks/>
            </p:cNvCxnSpPr>
            <p:nvPr/>
          </p:nvCxnSpPr>
          <p:spPr>
            <a:xfrm>
              <a:off x="-25296" y="3908243"/>
              <a:ext cx="108184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íSḻíḍé">
              <a:extLst>
                <a:ext uri="{FF2B5EF4-FFF2-40B4-BE49-F238E27FC236}">
                  <a16:creationId xmlns:a16="http://schemas.microsoft.com/office/drawing/2014/main" id="{89D8FD2D-9B04-19BC-FA1A-13498847F38B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3365064" y="3164057"/>
              <a:ext cx="0" cy="746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ís1ide">
              <a:extLst>
                <a:ext uri="{FF2B5EF4-FFF2-40B4-BE49-F238E27FC236}">
                  <a16:creationId xmlns:a16="http://schemas.microsoft.com/office/drawing/2014/main" id="{2A63C530-9C29-3A8D-5A22-DC45D9644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5257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îsliḋe">
              <a:extLst>
                <a:ext uri="{FF2B5EF4-FFF2-40B4-BE49-F238E27FC236}">
                  <a16:creationId xmlns:a16="http://schemas.microsoft.com/office/drawing/2014/main" id="{C364FC26-614D-215B-E9AC-8AEF78CBFB81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7100061" y="3164057"/>
              <a:ext cx="0" cy="7464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ïṣľïḑê">
              <a:extLst>
                <a:ext uri="{FF2B5EF4-FFF2-40B4-BE49-F238E27FC236}">
                  <a16:creationId xmlns:a16="http://schemas.microsoft.com/office/drawing/2014/main" id="{2094CCB2-46EF-F1AB-A14D-9F4687F14BC6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8975642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ïšḷíďe">
              <a:extLst>
                <a:ext uri="{FF2B5EF4-FFF2-40B4-BE49-F238E27FC236}">
                  <a16:creationId xmlns:a16="http://schemas.microsoft.com/office/drawing/2014/main" id="{EA4C2FD4-288B-04C2-A824-5928038BE8DB}"/>
                </a:ext>
              </a:extLst>
            </p:cNvPr>
            <p:cNvSpPr/>
            <p:nvPr/>
          </p:nvSpPr>
          <p:spPr>
            <a:xfrm>
              <a:off x="10235261" y="3180418"/>
              <a:ext cx="1062968" cy="1474150"/>
            </a:xfrm>
            <a:custGeom>
              <a:avLst/>
              <a:gdLst>
                <a:gd name="connsiteX0" fmla="*/ 881911 w 1764030"/>
                <a:gd name="connsiteY0" fmla="*/ 2446069 h 2446400"/>
                <a:gd name="connsiteX1" fmla="*/ 729034 w 1764030"/>
                <a:gd name="connsiteY1" fmla="*/ 1446610 h 2446400"/>
                <a:gd name="connsiteX2" fmla="*/ -104 w 1764030"/>
                <a:gd name="connsiteY2" fmla="*/ 1222868 h 2446400"/>
                <a:gd name="connsiteX3" fmla="*/ 729034 w 1764030"/>
                <a:gd name="connsiteY3" fmla="*/ 999126 h 2446400"/>
                <a:gd name="connsiteX4" fmla="*/ 881911 w 1764030"/>
                <a:gd name="connsiteY4" fmla="*/ -332 h 2446400"/>
                <a:gd name="connsiteX5" fmla="*/ 1034787 w 1764030"/>
                <a:gd name="connsiteY5" fmla="*/ 999126 h 2446400"/>
                <a:gd name="connsiteX6" fmla="*/ 1763926 w 1764030"/>
                <a:gd name="connsiteY6" fmla="*/ 1222868 h 2446400"/>
                <a:gd name="connsiteX7" fmla="*/ 1034787 w 1764030"/>
                <a:gd name="connsiteY7" fmla="*/ 1446610 h 2446400"/>
                <a:gd name="connsiteX8" fmla="*/ 881911 w 1764030"/>
                <a:gd name="connsiteY8" fmla="*/ 2446069 h 244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4030" h="2446400">
                  <a:moveTo>
                    <a:pt x="881911" y="2446069"/>
                  </a:moveTo>
                  <a:cubicBezTo>
                    <a:pt x="866099" y="1910954"/>
                    <a:pt x="843811" y="1611870"/>
                    <a:pt x="729034" y="1446610"/>
                  </a:cubicBezTo>
                  <a:cubicBezTo>
                    <a:pt x="610639" y="1275160"/>
                    <a:pt x="393564" y="1245919"/>
                    <a:pt x="-104" y="1222868"/>
                  </a:cubicBezTo>
                  <a:cubicBezTo>
                    <a:pt x="393564" y="1199818"/>
                    <a:pt x="610639" y="1170195"/>
                    <a:pt x="729034" y="999126"/>
                  </a:cubicBezTo>
                  <a:cubicBezTo>
                    <a:pt x="843334" y="833867"/>
                    <a:pt x="866099" y="534782"/>
                    <a:pt x="881911" y="-332"/>
                  </a:cubicBezTo>
                  <a:cubicBezTo>
                    <a:pt x="897722" y="534782"/>
                    <a:pt x="920011" y="833867"/>
                    <a:pt x="1034787" y="999126"/>
                  </a:cubicBezTo>
                  <a:cubicBezTo>
                    <a:pt x="1153183" y="1170576"/>
                    <a:pt x="1370257" y="1199818"/>
                    <a:pt x="1763926" y="1222868"/>
                  </a:cubicBezTo>
                  <a:cubicBezTo>
                    <a:pt x="1370257" y="1245919"/>
                    <a:pt x="1153183" y="1275542"/>
                    <a:pt x="1034787" y="1446610"/>
                  </a:cubicBezTo>
                  <a:cubicBezTo>
                    <a:pt x="920011" y="1611870"/>
                    <a:pt x="897722" y="1910954"/>
                    <a:pt x="881911" y="244606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íslîdê">
              <a:extLst>
                <a:ext uri="{FF2B5EF4-FFF2-40B4-BE49-F238E27FC236}">
                  <a16:creationId xmlns:a16="http://schemas.microsoft.com/office/drawing/2014/main" id="{1244AD58-16BF-EE13-0A33-7C3825A3EEFE}"/>
                </a:ext>
              </a:extLst>
            </p:cNvPr>
            <p:cNvSpPr/>
            <p:nvPr/>
          </p:nvSpPr>
          <p:spPr>
            <a:xfrm>
              <a:off x="10184064" y="3075843"/>
              <a:ext cx="1165361" cy="1683300"/>
            </a:xfrm>
            <a:custGeom>
              <a:avLst/>
              <a:gdLst>
                <a:gd name="connsiteX0" fmla="*/ 966874 w 1933955"/>
                <a:gd name="connsiteY0" fmla="*/ 319517 h 2793492"/>
                <a:gd name="connsiteX1" fmla="*/ 1115845 w 1933955"/>
                <a:gd name="connsiteY1" fmla="*/ 1175339 h 2793492"/>
                <a:gd name="connsiteX2" fmla="*/ 1771926 w 1933955"/>
                <a:gd name="connsiteY2" fmla="*/ 1396414 h 2793492"/>
                <a:gd name="connsiteX3" fmla="*/ 1115845 w 1933955"/>
                <a:gd name="connsiteY3" fmla="*/ 1617489 h 2793492"/>
                <a:gd name="connsiteX4" fmla="*/ 966874 w 1933955"/>
                <a:gd name="connsiteY4" fmla="*/ 2473310 h 2793492"/>
                <a:gd name="connsiteX5" fmla="*/ 817903 w 1933955"/>
                <a:gd name="connsiteY5" fmla="*/ 1617489 h 2793492"/>
                <a:gd name="connsiteX6" fmla="*/ 161821 w 1933955"/>
                <a:gd name="connsiteY6" fmla="*/ 1396414 h 2793492"/>
                <a:gd name="connsiteX7" fmla="*/ 817903 w 1933955"/>
                <a:gd name="connsiteY7" fmla="*/ 1175339 h 2793492"/>
                <a:gd name="connsiteX8" fmla="*/ 966874 w 1933955"/>
                <a:gd name="connsiteY8" fmla="*/ 319517 h 2793492"/>
                <a:gd name="connsiteX9" fmla="*/ 966874 w 1933955"/>
                <a:gd name="connsiteY9" fmla="*/ -332 h 2793492"/>
                <a:gd name="connsiteX10" fmla="*/ -104 w 1933955"/>
                <a:gd name="connsiteY10" fmla="*/ 1396414 h 2793492"/>
                <a:gd name="connsiteX11" fmla="*/ 966874 w 1933955"/>
                <a:gd name="connsiteY11" fmla="*/ 2793160 h 2793492"/>
                <a:gd name="connsiteX12" fmla="*/ 1933851 w 1933955"/>
                <a:gd name="connsiteY12" fmla="*/ 1396414 h 2793492"/>
                <a:gd name="connsiteX13" fmla="*/ 966874 w 1933955"/>
                <a:gd name="connsiteY13" fmla="*/ -332 h 2793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33955" h="2793492">
                  <a:moveTo>
                    <a:pt x="966874" y="319517"/>
                  </a:moveTo>
                  <a:cubicBezTo>
                    <a:pt x="983066" y="765097"/>
                    <a:pt x="1011641" y="1024843"/>
                    <a:pt x="1115845" y="1175339"/>
                  </a:cubicBezTo>
                  <a:cubicBezTo>
                    <a:pt x="1227478" y="1336597"/>
                    <a:pt x="1424836" y="1373459"/>
                    <a:pt x="1771926" y="1396414"/>
                  </a:cubicBezTo>
                  <a:cubicBezTo>
                    <a:pt x="1424836" y="1419369"/>
                    <a:pt x="1227478" y="1456231"/>
                    <a:pt x="1115845" y="1617489"/>
                  </a:cubicBezTo>
                  <a:cubicBezTo>
                    <a:pt x="1011641" y="1767889"/>
                    <a:pt x="983066" y="2027731"/>
                    <a:pt x="966874" y="2473310"/>
                  </a:cubicBezTo>
                  <a:cubicBezTo>
                    <a:pt x="950681" y="2027731"/>
                    <a:pt x="922106" y="1768460"/>
                    <a:pt x="817903" y="1617489"/>
                  </a:cubicBezTo>
                  <a:cubicBezTo>
                    <a:pt x="706270" y="1456231"/>
                    <a:pt x="508911" y="1419369"/>
                    <a:pt x="161821" y="1396414"/>
                  </a:cubicBezTo>
                  <a:cubicBezTo>
                    <a:pt x="508911" y="1373459"/>
                    <a:pt x="706270" y="1336597"/>
                    <a:pt x="817903" y="1175339"/>
                  </a:cubicBezTo>
                  <a:cubicBezTo>
                    <a:pt x="922106" y="1024939"/>
                    <a:pt x="950681" y="765097"/>
                    <a:pt x="966874" y="319517"/>
                  </a:cubicBezTo>
                  <a:moveTo>
                    <a:pt x="966874" y="-332"/>
                  </a:moveTo>
                  <a:cubicBezTo>
                    <a:pt x="932774" y="1307260"/>
                    <a:pt x="905152" y="1347169"/>
                    <a:pt x="-104" y="1396414"/>
                  </a:cubicBezTo>
                  <a:cubicBezTo>
                    <a:pt x="904770" y="1445658"/>
                    <a:pt x="932774" y="1485568"/>
                    <a:pt x="966874" y="2793160"/>
                  </a:cubicBezTo>
                  <a:cubicBezTo>
                    <a:pt x="1000973" y="1485568"/>
                    <a:pt x="1028595" y="1445658"/>
                    <a:pt x="1933851" y="1396414"/>
                  </a:cubicBezTo>
                  <a:cubicBezTo>
                    <a:pt x="1028977" y="1347169"/>
                    <a:pt x="1000973" y="1307260"/>
                    <a:pt x="966874" y="-332"/>
                  </a:cubicBezTo>
                  <a:close/>
                </a:path>
              </a:pathLst>
            </a:custGeom>
            <a:solidFill>
              <a:srgbClr val="23181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cxnSp>
          <p:nvCxnSpPr>
            <p:cNvPr id="11" name="ïşľíḍè">
              <a:extLst>
                <a:ext uri="{FF2B5EF4-FFF2-40B4-BE49-F238E27FC236}">
                  <a16:creationId xmlns:a16="http://schemas.microsoft.com/office/drawing/2014/main" id="{48CDB012-2E17-D43B-6B4B-BAB198CE36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4871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itle">
              <a:extLst>
                <a:ext uri="{FF2B5EF4-FFF2-40B4-BE49-F238E27FC236}">
                  <a16:creationId xmlns:a16="http://schemas.microsoft.com/office/drawing/2014/main" id="{789784E9-5351-14A6-5300-115B8463B268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 fontScale="70000" lnSpcReduction="20000"/>
            </a:bodyPr>
            <a:lstStyle/>
            <a:p>
              <a:pPr algn="ctr"/>
              <a:r>
                <a:rPr lang="zh-CN" altLang="en-US" sz="2400" b="1"/>
                <a:t>实现从单元管理到车间管理的升级，科学排产与全流程追溯</a:t>
              </a:r>
            </a:p>
          </p:txBody>
        </p:sp>
        <p:grpSp>
          <p:nvGrpSpPr>
            <p:cNvPr id="13" name="组合 51">
              <a:extLst>
                <a:ext uri="{FF2B5EF4-FFF2-40B4-BE49-F238E27FC236}">
                  <a16:creationId xmlns:a16="http://schemas.microsoft.com/office/drawing/2014/main" id="{5025F8B1-DA6C-E810-BBBB-FEC3CEA5C610}"/>
                </a:ext>
              </a:extLst>
            </p:cNvPr>
            <p:cNvGrpSpPr/>
            <p:nvPr/>
          </p:nvGrpSpPr>
          <p:grpSpPr>
            <a:xfrm>
              <a:off x="660400" y="1764175"/>
              <a:ext cx="2029872" cy="4002357"/>
              <a:chOff x="660400" y="1764175"/>
              <a:chExt cx="2029872" cy="4002357"/>
            </a:xfrm>
          </p:grpSpPr>
          <p:sp>
            <p:nvSpPr>
              <p:cNvPr id="30" name="Number1">
                <a:extLst>
                  <a:ext uri="{FF2B5EF4-FFF2-40B4-BE49-F238E27FC236}">
                    <a16:creationId xmlns:a16="http://schemas.microsoft.com/office/drawing/2014/main" id="{4CD3B894-7740-33F0-2321-F1EFB69C6B8E}"/>
                  </a:ext>
                </a:extLst>
              </p:cNvPr>
              <p:cNvSpPr/>
              <p:nvPr/>
            </p:nvSpPr>
            <p:spPr>
              <a:xfrm>
                <a:off x="885271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1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31" name="Bullet1">
                <a:extLst>
                  <a:ext uri="{FF2B5EF4-FFF2-40B4-BE49-F238E27FC236}">
                    <a16:creationId xmlns:a16="http://schemas.microsoft.com/office/drawing/2014/main" id="{968F3DC6-F118-8784-D2ED-280B42CEBBB7}"/>
                  </a:ext>
                </a:extLst>
              </p:cNvPr>
              <p:cNvSpPr/>
              <p:nvPr/>
            </p:nvSpPr>
            <p:spPr>
              <a:xfrm>
                <a:off x="660400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>
                    <a:solidFill>
                      <a:schemeClr val="tx1"/>
                    </a:solidFill>
                  </a:rPr>
                  <a:t>项目信息数据对接</a:t>
                </a:r>
                <a:endParaRPr kumimoji="1" lang="en-US" altLang="zh-CN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Text1">
                <a:extLst>
                  <a:ext uri="{FF2B5EF4-FFF2-40B4-BE49-F238E27FC236}">
                    <a16:creationId xmlns:a16="http://schemas.microsoft.com/office/drawing/2014/main" id="{A05A8FBC-7DCC-4082-B396-612AD3B1D2FF}"/>
                  </a:ext>
                </a:extLst>
              </p:cNvPr>
              <p:cNvSpPr/>
              <p:nvPr/>
            </p:nvSpPr>
            <p:spPr>
              <a:xfrm>
                <a:off x="660400" y="2390709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 fontScale="92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40000"/>
                  </a:lnSpc>
                </a:pPr>
                <a:r>
                  <a:rPr kumimoji="1" lang="zh-CN" altLang="en-US" sz="800">
                    <a:solidFill>
                      <a:schemeClr val="tx1"/>
                    </a:solidFill>
                  </a:rPr>
                  <a:t>有效接收</a:t>
                </a:r>
                <a:r>
                  <a:rPr kumimoji="1" lang="en-US" altLang="zh-CN" sz="800">
                    <a:solidFill>
                      <a:schemeClr val="tx1"/>
                    </a:solidFill>
                  </a:rPr>
                  <a:t>ERP</a:t>
                </a:r>
                <a:r>
                  <a:rPr kumimoji="1" lang="zh-CN" altLang="en-US" sz="800">
                    <a:solidFill>
                      <a:schemeClr val="tx1"/>
                    </a:solidFill>
                  </a:rPr>
                  <a:t>下发的生产工单与</a:t>
                </a:r>
                <a:r>
                  <a:rPr kumimoji="1" lang="en-US" altLang="zh-CN" sz="800">
                    <a:solidFill>
                      <a:schemeClr val="tx1"/>
                    </a:solidFill>
                  </a:rPr>
                  <a:t>BOM</a:t>
                </a:r>
                <a:r>
                  <a:rPr kumimoji="1" lang="zh-CN" altLang="en-US" sz="800">
                    <a:solidFill>
                      <a:schemeClr val="tx1"/>
                    </a:solidFill>
                  </a:rPr>
                  <a:t>信息，读取并转化成实现数据无缝对接，确保制造指令准确传递，减少人工转录错误，提升执行效率</a:t>
                </a:r>
                <a:endParaRPr kumimoji="1" lang="en-US" altLang="zh-CN" sz="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组合 22">
              <a:extLst>
                <a:ext uri="{FF2B5EF4-FFF2-40B4-BE49-F238E27FC236}">
                  <a16:creationId xmlns:a16="http://schemas.microsoft.com/office/drawing/2014/main" id="{9FE0FC04-123A-2756-024D-8F65C4F84E90}"/>
                </a:ext>
              </a:extLst>
            </p:cNvPr>
            <p:cNvGrpSpPr/>
            <p:nvPr/>
          </p:nvGrpSpPr>
          <p:grpSpPr>
            <a:xfrm>
              <a:off x="2350128" y="1944857"/>
              <a:ext cx="2029872" cy="4067060"/>
              <a:chOff x="2350128" y="1944857"/>
              <a:chExt cx="2029872" cy="4067060"/>
            </a:xfrm>
          </p:grpSpPr>
          <p:sp>
            <p:nvSpPr>
              <p:cNvPr id="27" name="Number2">
                <a:extLst>
                  <a:ext uri="{FF2B5EF4-FFF2-40B4-BE49-F238E27FC236}">
                    <a16:creationId xmlns:a16="http://schemas.microsoft.com/office/drawing/2014/main" id="{EFD04073-43B7-B2AB-A1AF-E18913DC4248}"/>
                  </a:ext>
                </a:extLst>
              </p:cNvPr>
              <p:cNvSpPr/>
              <p:nvPr/>
            </p:nvSpPr>
            <p:spPr>
              <a:xfrm>
                <a:off x="2755464" y="1944857"/>
                <a:ext cx="1219200" cy="121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2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Bullet2">
                <a:extLst>
                  <a:ext uri="{FF2B5EF4-FFF2-40B4-BE49-F238E27FC236}">
                    <a16:creationId xmlns:a16="http://schemas.microsoft.com/office/drawing/2014/main" id="{4DFFD921-6F59-825B-8B70-376F9E780DD2}"/>
                  </a:ext>
                </a:extLst>
              </p:cNvPr>
              <p:cNvSpPr/>
              <p:nvPr/>
            </p:nvSpPr>
            <p:spPr>
              <a:xfrm>
                <a:off x="2350128" y="4370268"/>
                <a:ext cx="2029872" cy="62653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300" b="1">
                    <a:solidFill>
                      <a:schemeClr val="tx1"/>
                    </a:solidFill>
                  </a:rPr>
                  <a:t>数字化工艺流程</a:t>
                </a:r>
                <a:endParaRPr kumimoji="1" lang="en-US" altLang="zh-CN" sz="13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Text2">
                <a:extLst>
                  <a:ext uri="{FF2B5EF4-FFF2-40B4-BE49-F238E27FC236}">
                    <a16:creationId xmlns:a16="http://schemas.microsoft.com/office/drawing/2014/main" id="{B1D61306-9FDE-9756-D9C9-6C2B6E5A5089}"/>
                  </a:ext>
                </a:extLst>
              </p:cNvPr>
              <p:cNvSpPr/>
              <p:nvPr/>
            </p:nvSpPr>
            <p:spPr>
              <a:xfrm>
                <a:off x="2350128" y="4995283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800">
                    <a:solidFill>
                      <a:schemeClr val="tx1"/>
                    </a:solidFill>
                  </a:rPr>
                  <a:t>由导入</a:t>
                </a:r>
                <a:r>
                  <a:rPr kumimoji="1" lang="en-US" altLang="zh-CN" sz="800">
                    <a:solidFill>
                      <a:schemeClr val="tx1"/>
                    </a:solidFill>
                  </a:rPr>
                  <a:t>BOM</a:t>
                </a:r>
                <a:r>
                  <a:rPr kumimoji="1" lang="zh-CN" altLang="en-US" sz="800">
                    <a:solidFill>
                      <a:schemeClr val="tx1"/>
                    </a:solidFill>
                  </a:rPr>
                  <a:t>信息制定工艺，待编程完成后结束，提取由软件预估的时间后完成工艺制定。全程数字化，缩短工艺制定流程，可根据更准确的预估时间排产。</a:t>
                </a:r>
                <a:endParaRPr kumimoji="1" lang="en-US" altLang="zh-CN" sz="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" name="组合 24">
              <a:extLst>
                <a:ext uri="{FF2B5EF4-FFF2-40B4-BE49-F238E27FC236}">
                  <a16:creationId xmlns:a16="http://schemas.microsoft.com/office/drawing/2014/main" id="{8D05A427-8FEF-7A7A-1076-C4DDA94A9967}"/>
                </a:ext>
              </a:extLst>
            </p:cNvPr>
            <p:cNvGrpSpPr/>
            <p:nvPr/>
          </p:nvGrpSpPr>
          <p:grpSpPr>
            <a:xfrm>
              <a:off x="4220321" y="1764175"/>
              <a:ext cx="2029872" cy="4002357"/>
              <a:chOff x="4220321" y="1764175"/>
              <a:chExt cx="2029872" cy="4002357"/>
            </a:xfrm>
          </p:grpSpPr>
          <p:sp>
            <p:nvSpPr>
              <p:cNvPr id="24" name="Number3">
                <a:extLst>
                  <a:ext uri="{FF2B5EF4-FFF2-40B4-BE49-F238E27FC236}">
                    <a16:creationId xmlns:a16="http://schemas.microsoft.com/office/drawing/2014/main" id="{6E38DD62-6375-A8A4-BFE6-2D6227153581}"/>
                  </a:ext>
                </a:extLst>
              </p:cNvPr>
              <p:cNvSpPr/>
              <p:nvPr/>
            </p:nvSpPr>
            <p:spPr>
              <a:xfrm>
                <a:off x="4625657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3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Bullet3">
                <a:extLst>
                  <a:ext uri="{FF2B5EF4-FFF2-40B4-BE49-F238E27FC236}">
                    <a16:creationId xmlns:a16="http://schemas.microsoft.com/office/drawing/2014/main" id="{ADE104BD-0C6B-1943-9089-CA4344995E6B}"/>
                  </a:ext>
                </a:extLst>
              </p:cNvPr>
              <p:cNvSpPr/>
              <p:nvPr/>
            </p:nvSpPr>
            <p:spPr>
              <a:xfrm>
                <a:off x="4220321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sz="1300" b="1">
                    <a:solidFill>
                      <a:schemeClr val="tx1"/>
                    </a:solidFill>
                  </a:rPr>
                  <a:t>车间产能平衡</a:t>
                </a:r>
                <a:endParaRPr kumimoji="1" lang="en-US" altLang="zh-CN" sz="13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3">
                <a:extLst>
                  <a:ext uri="{FF2B5EF4-FFF2-40B4-BE49-F238E27FC236}">
                    <a16:creationId xmlns:a16="http://schemas.microsoft.com/office/drawing/2014/main" id="{FBDB9F6C-19E6-ECBC-51F6-9A99FD407595}"/>
                  </a:ext>
                </a:extLst>
              </p:cNvPr>
              <p:cNvSpPr/>
              <p:nvPr/>
            </p:nvSpPr>
            <p:spPr>
              <a:xfrm>
                <a:off x="4220321" y="2389188"/>
                <a:ext cx="2029872" cy="12191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zh-CN" altLang="en-US" sz="800">
                    <a:solidFill>
                      <a:schemeClr val="tx1"/>
                    </a:solidFill>
                  </a:rPr>
                  <a:t>根据项目优先级、工艺信息进行动态排产。面对紧急插单或项目变更时，可迅速评估资源冲突，重新优化任务顺序，确保各项目进度互不干扰。</a:t>
                </a:r>
                <a:endParaRPr kumimoji="1" lang="en-US" altLang="zh-CN" sz="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" name="组合 29">
              <a:extLst>
                <a:ext uri="{FF2B5EF4-FFF2-40B4-BE49-F238E27FC236}">
                  <a16:creationId xmlns:a16="http://schemas.microsoft.com/office/drawing/2014/main" id="{01C9BA1A-CB6C-7B45-7AAD-3070BBB429B8}"/>
                </a:ext>
              </a:extLst>
            </p:cNvPr>
            <p:cNvGrpSpPr/>
            <p:nvPr/>
          </p:nvGrpSpPr>
          <p:grpSpPr>
            <a:xfrm>
              <a:off x="6090513" y="1944857"/>
              <a:ext cx="2029872" cy="4067060"/>
              <a:chOff x="6090513" y="1944857"/>
              <a:chExt cx="2029872" cy="4067060"/>
            </a:xfrm>
          </p:grpSpPr>
          <p:sp>
            <p:nvSpPr>
              <p:cNvPr id="21" name="Number4">
                <a:extLst>
                  <a:ext uri="{FF2B5EF4-FFF2-40B4-BE49-F238E27FC236}">
                    <a16:creationId xmlns:a16="http://schemas.microsoft.com/office/drawing/2014/main" id="{FC815F12-0754-4FAE-22FE-94E72E5BC52D}"/>
                  </a:ext>
                </a:extLst>
              </p:cNvPr>
              <p:cNvSpPr/>
              <p:nvPr/>
            </p:nvSpPr>
            <p:spPr>
              <a:xfrm>
                <a:off x="6490461" y="1944857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4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2" name="Bullet4">
                <a:extLst>
                  <a:ext uri="{FF2B5EF4-FFF2-40B4-BE49-F238E27FC236}">
                    <a16:creationId xmlns:a16="http://schemas.microsoft.com/office/drawing/2014/main" id="{E40BF278-3794-0691-E311-32C104ABDDEF}"/>
                  </a:ext>
                </a:extLst>
              </p:cNvPr>
              <p:cNvSpPr/>
              <p:nvPr/>
            </p:nvSpPr>
            <p:spPr>
              <a:xfrm>
                <a:off x="6090513" y="4370268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zh-CN" altLang="en-US" sz="1300" b="1">
                    <a:solidFill>
                      <a:schemeClr val="tx1"/>
                    </a:solidFill>
                  </a:rPr>
                  <a:t>制造信息管理</a:t>
                </a:r>
                <a:endParaRPr kumimoji="1" lang="en-US" altLang="zh-CN" sz="13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Text4">
                <a:extLst>
                  <a:ext uri="{FF2B5EF4-FFF2-40B4-BE49-F238E27FC236}">
                    <a16:creationId xmlns:a16="http://schemas.microsoft.com/office/drawing/2014/main" id="{438BD7F7-158C-6A8D-2083-BE6D76357146}"/>
                  </a:ext>
                </a:extLst>
              </p:cNvPr>
              <p:cNvSpPr/>
              <p:nvPr/>
            </p:nvSpPr>
            <p:spPr>
              <a:xfrm>
                <a:off x="6090513" y="4995283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kumimoji="1" lang="zh-CN" altLang="en-US" sz="800">
                    <a:solidFill>
                      <a:schemeClr val="tx1"/>
                    </a:solidFill>
                  </a:rPr>
                  <a:t>生成制造信息并下发到机床。定时数据采集进行整合、分析，用于监控当前生产设备的状态。</a:t>
                </a:r>
                <a:endParaRPr kumimoji="1" lang="en-US" altLang="zh-CN" sz="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组合 50">
              <a:extLst>
                <a:ext uri="{FF2B5EF4-FFF2-40B4-BE49-F238E27FC236}">
                  <a16:creationId xmlns:a16="http://schemas.microsoft.com/office/drawing/2014/main" id="{73C0A6B3-D6F8-9EAC-F9F1-CC3D48C3BEB2}"/>
                </a:ext>
              </a:extLst>
            </p:cNvPr>
            <p:cNvGrpSpPr/>
            <p:nvPr/>
          </p:nvGrpSpPr>
          <p:grpSpPr>
            <a:xfrm>
              <a:off x="7959733" y="1764175"/>
              <a:ext cx="2029872" cy="4002357"/>
              <a:chOff x="7959733" y="1764175"/>
              <a:chExt cx="2029872" cy="4002357"/>
            </a:xfrm>
          </p:grpSpPr>
          <p:sp>
            <p:nvSpPr>
              <p:cNvPr id="18" name="Number5">
                <a:extLst>
                  <a:ext uri="{FF2B5EF4-FFF2-40B4-BE49-F238E27FC236}">
                    <a16:creationId xmlns:a16="http://schemas.microsoft.com/office/drawing/2014/main" id="{9F35C696-4EA7-56D6-3B20-21D0837A4CF4}"/>
                  </a:ext>
                </a:extLst>
              </p:cNvPr>
              <p:cNvSpPr/>
              <p:nvPr/>
            </p:nvSpPr>
            <p:spPr>
              <a:xfrm>
                <a:off x="8366042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5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19" name="Bullet5">
                <a:extLst>
                  <a:ext uri="{FF2B5EF4-FFF2-40B4-BE49-F238E27FC236}">
                    <a16:creationId xmlns:a16="http://schemas.microsoft.com/office/drawing/2014/main" id="{8C8B36FE-D974-95B1-878A-D9479BC239B9}"/>
                  </a:ext>
                </a:extLst>
              </p:cNvPr>
              <p:cNvSpPr/>
              <p:nvPr/>
            </p:nvSpPr>
            <p:spPr>
              <a:xfrm>
                <a:off x="7959733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zh-CN" altLang="en-US" b="1">
                    <a:solidFill>
                      <a:schemeClr val="tx1"/>
                    </a:solidFill>
                  </a:rPr>
                  <a:t>车间物料自动物流</a:t>
                </a:r>
                <a:endParaRPr kumimoji="1" lang="en-US" altLang="zh-CN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5">
                <a:extLst>
                  <a:ext uri="{FF2B5EF4-FFF2-40B4-BE49-F238E27FC236}">
                    <a16:creationId xmlns:a16="http://schemas.microsoft.com/office/drawing/2014/main" id="{82EC7789-5E76-BA75-DEA1-B3F8C9BA38D3}"/>
                  </a:ext>
                </a:extLst>
              </p:cNvPr>
              <p:cNvSpPr/>
              <p:nvPr/>
            </p:nvSpPr>
            <p:spPr>
              <a:xfrm>
                <a:off x="7959733" y="2389190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40000"/>
                  </a:lnSpc>
                </a:pPr>
                <a:r>
                  <a:rPr kumimoji="1" lang="en-US" altLang="zh-CN" sz="800">
                    <a:solidFill>
                      <a:schemeClr val="tx1"/>
                    </a:solidFill>
                  </a:rPr>
                  <a:t>AGV</a:t>
                </a:r>
                <a:r>
                  <a:rPr kumimoji="1" lang="zh-CN" altLang="en-US" sz="800">
                    <a:solidFill>
                      <a:schemeClr val="tx1"/>
                    </a:solidFill>
                  </a:rPr>
                  <a:t>、毛坯、夹具、刀具、协作机器人等加工物料信息可追踪并自动化流转</a:t>
                </a:r>
                <a:endParaRPr kumimoji="1" lang="en-US" altLang="zh-CN" sz="80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84FC8A9-EA9A-BF23-5D34-4AB5D3E24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开发框架</a:t>
            </a:r>
            <a:r>
              <a:rPr lang="en-US" altLang="zh-CN"/>
              <a:t>——</a:t>
            </a:r>
            <a:r>
              <a:rPr lang="zh-CN" altLang="en-US"/>
              <a:t>围绕高效自主加工高精度模具镶件</a:t>
            </a:r>
          </a:p>
        </p:txBody>
      </p:sp>
    </p:spTree>
    <p:extLst>
      <p:ext uri="{BB962C8B-B14F-4D97-AF65-F5344CB8AC3E}">
        <p14:creationId xmlns:p14="http://schemas.microsoft.com/office/powerpoint/2010/main" val="3548450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BC903D-5EC7-C411-0990-7CF94F52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F7D52E6-009C-8417-2D36-9DE67257C0ED}"/>
              </a:ext>
            </a:extLst>
          </p:cNvPr>
          <p:cNvGrpSpPr/>
          <p:nvPr/>
        </p:nvGrpSpPr>
        <p:grpSpPr>
          <a:xfrm>
            <a:off x="-18971" y="847725"/>
            <a:ext cx="8658147" cy="3661213"/>
            <a:chOff x="-25296" y="1130300"/>
            <a:chExt cx="11544196" cy="4881617"/>
          </a:xfrm>
        </p:grpSpPr>
        <p:cxnSp>
          <p:nvCxnSpPr>
            <p:cNvPr id="4" name="íŝľïḋè">
              <a:extLst>
                <a:ext uri="{FF2B5EF4-FFF2-40B4-BE49-F238E27FC236}">
                  <a16:creationId xmlns:a16="http://schemas.microsoft.com/office/drawing/2014/main" id="{9E9C9A22-BB8A-CD59-A55D-F67EFAF878EC}"/>
                </a:ext>
              </a:extLst>
            </p:cNvPr>
            <p:cNvCxnSpPr>
              <a:cxnSpLocks/>
            </p:cNvCxnSpPr>
            <p:nvPr/>
          </p:nvCxnSpPr>
          <p:spPr>
            <a:xfrm>
              <a:off x="-25296" y="3908243"/>
              <a:ext cx="108184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íSḻíḍé">
              <a:extLst>
                <a:ext uri="{FF2B5EF4-FFF2-40B4-BE49-F238E27FC236}">
                  <a16:creationId xmlns:a16="http://schemas.microsoft.com/office/drawing/2014/main" id="{26EF9778-ACAD-8699-9B49-9A986036A51C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3365064" y="3164057"/>
              <a:ext cx="0" cy="746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ís1ide">
              <a:extLst>
                <a:ext uri="{FF2B5EF4-FFF2-40B4-BE49-F238E27FC236}">
                  <a16:creationId xmlns:a16="http://schemas.microsoft.com/office/drawing/2014/main" id="{71530826-454C-3D21-70CB-F7CC07EC6E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35257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îsliḋe">
              <a:extLst>
                <a:ext uri="{FF2B5EF4-FFF2-40B4-BE49-F238E27FC236}">
                  <a16:creationId xmlns:a16="http://schemas.microsoft.com/office/drawing/2014/main" id="{77A5BAE6-A1F6-5AEF-2D1D-55F9ECBD30E2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7100061" y="3164057"/>
              <a:ext cx="0" cy="7464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ïṣľïḑê">
              <a:extLst>
                <a:ext uri="{FF2B5EF4-FFF2-40B4-BE49-F238E27FC236}">
                  <a16:creationId xmlns:a16="http://schemas.microsoft.com/office/drawing/2014/main" id="{9A042548-16A8-AF4D-2CD9-5C0C86EF7730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8975642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ïšḷíďe">
              <a:extLst>
                <a:ext uri="{FF2B5EF4-FFF2-40B4-BE49-F238E27FC236}">
                  <a16:creationId xmlns:a16="http://schemas.microsoft.com/office/drawing/2014/main" id="{EA5D6732-41F6-22C8-DDB3-404C1DA7B8B3}"/>
                </a:ext>
              </a:extLst>
            </p:cNvPr>
            <p:cNvSpPr/>
            <p:nvPr/>
          </p:nvSpPr>
          <p:spPr>
            <a:xfrm>
              <a:off x="10235261" y="3180418"/>
              <a:ext cx="1062968" cy="1474150"/>
            </a:xfrm>
            <a:custGeom>
              <a:avLst/>
              <a:gdLst>
                <a:gd name="connsiteX0" fmla="*/ 881911 w 1764030"/>
                <a:gd name="connsiteY0" fmla="*/ 2446069 h 2446400"/>
                <a:gd name="connsiteX1" fmla="*/ 729034 w 1764030"/>
                <a:gd name="connsiteY1" fmla="*/ 1446610 h 2446400"/>
                <a:gd name="connsiteX2" fmla="*/ -104 w 1764030"/>
                <a:gd name="connsiteY2" fmla="*/ 1222868 h 2446400"/>
                <a:gd name="connsiteX3" fmla="*/ 729034 w 1764030"/>
                <a:gd name="connsiteY3" fmla="*/ 999126 h 2446400"/>
                <a:gd name="connsiteX4" fmla="*/ 881911 w 1764030"/>
                <a:gd name="connsiteY4" fmla="*/ -332 h 2446400"/>
                <a:gd name="connsiteX5" fmla="*/ 1034787 w 1764030"/>
                <a:gd name="connsiteY5" fmla="*/ 999126 h 2446400"/>
                <a:gd name="connsiteX6" fmla="*/ 1763926 w 1764030"/>
                <a:gd name="connsiteY6" fmla="*/ 1222868 h 2446400"/>
                <a:gd name="connsiteX7" fmla="*/ 1034787 w 1764030"/>
                <a:gd name="connsiteY7" fmla="*/ 1446610 h 2446400"/>
                <a:gd name="connsiteX8" fmla="*/ 881911 w 1764030"/>
                <a:gd name="connsiteY8" fmla="*/ 2446069 h 244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4030" h="2446400">
                  <a:moveTo>
                    <a:pt x="881911" y="2446069"/>
                  </a:moveTo>
                  <a:cubicBezTo>
                    <a:pt x="866099" y="1910954"/>
                    <a:pt x="843811" y="1611870"/>
                    <a:pt x="729034" y="1446610"/>
                  </a:cubicBezTo>
                  <a:cubicBezTo>
                    <a:pt x="610639" y="1275160"/>
                    <a:pt x="393564" y="1245919"/>
                    <a:pt x="-104" y="1222868"/>
                  </a:cubicBezTo>
                  <a:cubicBezTo>
                    <a:pt x="393564" y="1199818"/>
                    <a:pt x="610639" y="1170195"/>
                    <a:pt x="729034" y="999126"/>
                  </a:cubicBezTo>
                  <a:cubicBezTo>
                    <a:pt x="843334" y="833867"/>
                    <a:pt x="866099" y="534782"/>
                    <a:pt x="881911" y="-332"/>
                  </a:cubicBezTo>
                  <a:cubicBezTo>
                    <a:pt x="897722" y="534782"/>
                    <a:pt x="920011" y="833867"/>
                    <a:pt x="1034787" y="999126"/>
                  </a:cubicBezTo>
                  <a:cubicBezTo>
                    <a:pt x="1153183" y="1170576"/>
                    <a:pt x="1370257" y="1199818"/>
                    <a:pt x="1763926" y="1222868"/>
                  </a:cubicBezTo>
                  <a:cubicBezTo>
                    <a:pt x="1370257" y="1245919"/>
                    <a:pt x="1153183" y="1275542"/>
                    <a:pt x="1034787" y="1446610"/>
                  </a:cubicBezTo>
                  <a:cubicBezTo>
                    <a:pt x="920011" y="1611870"/>
                    <a:pt x="897722" y="1910954"/>
                    <a:pt x="881911" y="2446069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íslîdê">
              <a:extLst>
                <a:ext uri="{FF2B5EF4-FFF2-40B4-BE49-F238E27FC236}">
                  <a16:creationId xmlns:a16="http://schemas.microsoft.com/office/drawing/2014/main" id="{74A81FDB-15EF-4B30-D0E8-A301BC7FB0B8}"/>
                </a:ext>
              </a:extLst>
            </p:cNvPr>
            <p:cNvSpPr/>
            <p:nvPr/>
          </p:nvSpPr>
          <p:spPr>
            <a:xfrm>
              <a:off x="10184064" y="3075843"/>
              <a:ext cx="1165361" cy="1683300"/>
            </a:xfrm>
            <a:custGeom>
              <a:avLst/>
              <a:gdLst>
                <a:gd name="connsiteX0" fmla="*/ 966874 w 1933955"/>
                <a:gd name="connsiteY0" fmla="*/ 319517 h 2793492"/>
                <a:gd name="connsiteX1" fmla="*/ 1115845 w 1933955"/>
                <a:gd name="connsiteY1" fmla="*/ 1175339 h 2793492"/>
                <a:gd name="connsiteX2" fmla="*/ 1771926 w 1933955"/>
                <a:gd name="connsiteY2" fmla="*/ 1396414 h 2793492"/>
                <a:gd name="connsiteX3" fmla="*/ 1115845 w 1933955"/>
                <a:gd name="connsiteY3" fmla="*/ 1617489 h 2793492"/>
                <a:gd name="connsiteX4" fmla="*/ 966874 w 1933955"/>
                <a:gd name="connsiteY4" fmla="*/ 2473310 h 2793492"/>
                <a:gd name="connsiteX5" fmla="*/ 817903 w 1933955"/>
                <a:gd name="connsiteY5" fmla="*/ 1617489 h 2793492"/>
                <a:gd name="connsiteX6" fmla="*/ 161821 w 1933955"/>
                <a:gd name="connsiteY6" fmla="*/ 1396414 h 2793492"/>
                <a:gd name="connsiteX7" fmla="*/ 817903 w 1933955"/>
                <a:gd name="connsiteY7" fmla="*/ 1175339 h 2793492"/>
                <a:gd name="connsiteX8" fmla="*/ 966874 w 1933955"/>
                <a:gd name="connsiteY8" fmla="*/ 319517 h 2793492"/>
                <a:gd name="connsiteX9" fmla="*/ 966874 w 1933955"/>
                <a:gd name="connsiteY9" fmla="*/ -332 h 2793492"/>
                <a:gd name="connsiteX10" fmla="*/ -104 w 1933955"/>
                <a:gd name="connsiteY10" fmla="*/ 1396414 h 2793492"/>
                <a:gd name="connsiteX11" fmla="*/ 966874 w 1933955"/>
                <a:gd name="connsiteY11" fmla="*/ 2793160 h 2793492"/>
                <a:gd name="connsiteX12" fmla="*/ 1933851 w 1933955"/>
                <a:gd name="connsiteY12" fmla="*/ 1396414 h 2793492"/>
                <a:gd name="connsiteX13" fmla="*/ 966874 w 1933955"/>
                <a:gd name="connsiteY13" fmla="*/ -332 h 2793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33955" h="2793492">
                  <a:moveTo>
                    <a:pt x="966874" y="319517"/>
                  </a:moveTo>
                  <a:cubicBezTo>
                    <a:pt x="983066" y="765097"/>
                    <a:pt x="1011641" y="1024843"/>
                    <a:pt x="1115845" y="1175339"/>
                  </a:cubicBezTo>
                  <a:cubicBezTo>
                    <a:pt x="1227478" y="1336597"/>
                    <a:pt x="1424836" y="1373459"/>
                    <a:pt x="1771926" y="1396414"/>
                  </a:cubicBezTo>
                  <a:cubicBezTo>
                    <a:pt x="1424836" y="1419369"/>
                    <a:pt x="1227478" y="1456231"/>
                    <a:pt x="1115845" y="1617489"/>
                  </a:cubicBezTo>
                  <a:cubicBezTo>
                    <a:pt x="1011641" y="1767889"/>
                    <a:pt x="983066" y="2027731"/>
                    <a:pt x="966874" y="2473310"/>
                  </a:cubicBezTo>
                  <a:cubicBezTo>
                    <a:pt x="950681" y="2027731"/>
                    <a:pt x="922106" y="1768460"/>
                    <a:pt x="817903" y="1617489"/>
                  </a:cubicBezTo>
                  <a:cubicBezTo>
                    <a:pt x="706270" y="1456231"/>
                    <a:pt x="508911" y="1419369"/>
                    <a:pt x="161821" y="1396414"/>
                  </a:cubicBezTo>
                  <a:cubicBezTo>
                    <a:pt x="508911" y="1373459"/>
                    <a:pt x="706270" y="1336597"/>
                    <a:pt x="817903" y="1175339"/>
                  </a:cubicBezTo>
                  <a:cubicBezTo>
                    <a:pt x="922106" y="1024939"/>
                    <a:pt x="950681" y="765097"/>
                    <a:pt x="966874" y="319517"/>
                  </a:cubicBezTo>
                  <a:moveTo>
                    <a:pt x="966874" y="-332"/>
                  </a:moveTo>
                  <a:cubicBezTo>
                    <a:pt x="932774" y="1307260"/>
                    <a:pt x="905152" y="1347169"/>
                    <a:pt x="-104" y="1396414"/>
                  </a:cubicBezTo>
                  <a:cubicBezTo>
                    <a:pt x="904770" y="1445658"/>
                    <a:pt x="932774" y="1485568"/>
                    <a:pt x="966874" y="2793160"/>
                  </a:cubicBezTo>
                  <a:cubicBezTo>
                    <a:pt x="1000973" y="1485568"/>
                    <a:pt x="1028595" y="1445658"/>
                    <a:pt x="1933851" y="1396414"/>
                  </a:cubicBezTo>
                  <a:cubicBezTo>
                    <a:pt x="1028977" y="1347169"/>
                    <a:pt x="1000973" y="1307260"/>
                    <a:pt x="966874" y="-332"/>
                  </a:cubicBezTo>
                  <a:close/>
                </a:path>
              </a:pathLst>
            </a:custGeom>
            <a:solidFill>
              <a:srgbClr val="23181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cxnSp>
          <p:nvCxnSpPr>
            <p:cNvPr id="11" name="ïşľíḍè">
              <a:extLst>
                <a:ext uri="{FF2B5EF4-FFF2-40B4-BE49-F238E27FC236}">
                  <a16:creationId xmlns:a16="http://schemas.microsoft.com/office/drawing/2014/main" id="{44223D26-B8D5-F799-DAFE-59EB8DC79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4871" y="3920798"/>
              <a:ext cx="0" cy="6265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itle">
              <a:extLst>
                <a:ext uri="{FF2B5EF4-FFF2-40B4-BE49-F238E27FC236}">
                  <a16:creationId xmlns:a16="http://schemas.microsoft.com/office/drawing/2014/main" id="{58B574D2-7238-F3F5-1685-7D16EDD63B27}"/>
                </a:ext>
              </a:extLst>
            </p:cNvPr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 fontScale="70000" lnSpcReduction="20000"/>
            </a:bodyPr>
            <a:lstStyle/>
            <a:p>
              <a:pPr algn="ctr"/>
              <a:r>
                <a:rPr lang="en-US" altLang="zh-CN" sz="2400" b="1"/>
                <a:t>From Cell Management to Workshop Level</a:t>
              </a:r>
              <a:endParaRPr lang="zh-CN" altLang="en-US" sz="2400" b="1"/>
            </a:p>
          </p:txBody>
        </p:sp>
        <p:grpSp>
          <p:nvGrpSpPr>
            <p:cNvPr id="13" name="组合 51">
              <a:extLst>
                <a:ext uri="{FF2B5EF4-FFF2-40B4-BE49-F238E27FC236}">
                  <a16:creationId xmlns:a16="http://schemas.microsoft.com/office/drawing/2014/main" id="{9F2FE38D-FF23-992B-C0D8-D17B604752E3}"/>
                </a:ext>
              </a:extLst>
            </p:cNvPr>
            <p:cNvGrpSpPr/>
            <p:nvPr/>
          </p:nvGrpSpPr>
          <p:grpSpPr>
            <a:xfrm>
              <a:off x="660400" y="1764175"/>
              <a:ext cx="2029872" cy="4002357"/>
              <a:chOff x="660400" y="1764175"/>
              <a:chExt cx="2029872" cy="4002357"/>
            </a:xfrm>
          </p:grpSpPr>
          <p:sp>
            <p:nvSpPr>
              <p:cNvPr id="30" name="Number1">
                <a:extLst>
                  <a:ext uri="{FF2B5EF4-FFF2-40B4-BE49-F238E27FC236}">
                    <a16:creationId xmlns:a16="http://schemas.microsoft.com/office/drawing/2014/main" id="{C75DE5E3-8154-EB94-0E47-7AF298D46A9B}"/>
                  </a:ext>
                </a:extLst>
              </p:cNvPr>
              <p:cNvSpPr/>
              <p:nvPr/>
            </p:nvSpPr>
            <p:spPr>
              <a:xfrm>
                <a:off x="885271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1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31" name="Bullet1">
                <a:extLst>
                  <a:ext uri="{FF2B5EF4-FFF2-40B4-BE49-F238E27FC236}">
                    <a16:creationId xmlns:a16="http://schemas.microsoft.com/office/drawing/2014/main" id="{83833B98-18D7-A057-7BB4-9D667830B9A0}"/>
                  </a:ext>
                </a:extLst>
              </p:cNvPr>
              <p:cNvSpPr/>
              <p:nvPr/>
            </p:nvSpPr>
            <p:spPr>
              <a:xfrm>
                <a:off x="660400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b="1">
                    <a:solidFill>
                      <a:schemeClr val="tx1"/>
                    </a:solidFill>
                  </a:rPr>
                  <a:t>Project Info Data Sync</a:t>
                </a:r>
              </a:p>
            </p:txBody>
          </p:sp>
          <p:sp>
            <p:nvSpPr>
              <p:cNvPr id="32" name="Text1">
                <a:extLst>
                  <a:ext uri="{FF2B5EF4-FFF2-40B4-BE49-F238E27FC236}">
                    <a16:creationId xmlns:a16="http://schemas.microsoft.com/office/drawing/2014/main" id="{FBD9D028-4853-A7AE-23A4-4050FFF43068}"/>
                  </a:ext>
                </a:extLst>
              </p:cNvPr>
              <p:cNvSpPr/>
              <p:nvPr/>
            </p:nvSpPr>
            <p:spPr>
              <a:xfrm>
                <a:off x="660400" y="2390709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40000"/>
                  </a:lnSpc>
                </a:pPr>
                <a:r>
                  <a:rPr kumimoji="1" lang="en-US" altLang="zh-CN" sz="800">
                    <a:solidFill>
                      <a:schemeClr val="tx1"/>
                    </a:solidFill>
                  </a:rPr>
                  <a:t>Receive project info and BOM list from ERP.</a:t>
                </a:r>
                <a:r>
                  <a:rPr kumimoji="1" lang="zh-CN" altLang="en-US" sz="80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800">
                    <a:solidFill>
                      <a:schemeClr val="tx1"/>
                    </a:solidFill>
                  </a:rPr>
                  <a:t>Quick edit and</a:t>
                </a:r>
                <a:r>
                  <a:rPr kumimoji="1" lang="zh-CN" altLang="en-US" sz="80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800">
                    <a:solidFill>
                      <a:schemeClr val="tx1"/>
                    </a:solidFill>
                  </a:rPr>
                  <a:t>reduce</a:t>
                </a:r>
                <a:r>
                  <a:rPr kumimoji="1" lang="zh-CN" altLang="en-US" sz="80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zh-CN" sz="800">
                    <a:solidFill>
                      <a:schemeClr val="tx1"/>
                    </a:solidFill>
                  </a:rPr>
                  <a:t>human labor errors.</a:t>
                </a:r>
              </a:p>
            </p:txBody>
          </p:sp>
        </p:grpSp>
        <p:grpSp>
          <p:nvGrpSpPr>
            <p:cNvPr id="14" name="组合 22">
              <a:extLst>
                <a:ext uri="{FF2B5EF4-FFF2-40B4-BE49-F238E27FC236}">
                  <a16:creationId xmlns:a16="http://schemas.microsoft.com/office/drawing/2014/main" id="{82840A3D-B081-169E-747C-E4396EAD7F8A}"/>
                </a:ext>
              </a:extLst>
            </p:cNvPr>
            <p:cNvGrpSpPr/>
            <p:nvPr/>
          </p:nvGrpSpPr>
          <p:grpSpPr>
            <a:xfrm>
              <a:off x="2350128" y="1944857"/>
              <a:ext cx="2029872" cy="4067060"/>
              <a:chOff x="2350128" y="1944857"/>
              <a:chExt cx="2029872" cy="4067060"/>
            </a:xfrm>
          </p:grpSpPr>
          <p:sp>
            <p:nvSpPr>
              <p:cNvPr id="27" name="Number2">
                <a:extLst>
                  <a:ext uri="{FF2B5EF4-FFF2-40B4-BE49-F238E27FC236}">
                    <a16:creationId xmlns:a16="http://schemas.microsoft.com/office/drawing/2014/main" id="{76AC3D2A-7C2D-901F-58D5-825EE67CD11E}"/>
                  </a:ext>
                </a:extLst>
              </p:cNvPr>
              <p:cNvSpPr/>
              <p:nvPr/>
            </p:nvSpPr>
            <p:spPr>
              <a:xfrm>
                <a:off x="2755464" y="1944857"/>
                <a:ext cx="1219200" cy="12192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2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Bullet2">
                <a:extLst>
                  <a:ext uri="{FF2B5EF4-FFF2-40B4-BE49-F238E27FC236}">
                    <a16:creationId xmlns:a16="http://schemas.microsoft.com/office/drawing/2014/main" id="{F01080B6-105A-67AF-DAC6-9B33E5A33DD3}"/>
                  </a:ext>
                </a:extLst>
              </p:cNvPr>
              <p:cNvSpPr/>
              <p:nvPr/>
            </p:nvSpPr>
            <p:spPr>
              <a:xfrm>
                <a:off x="2350128" y="4370268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en-US" altLang="zh-CN" sz="1300" b="1">
                    <a:solidFill>
                      <a:schemeClr val="tx1"/>
                    </a:solidFill>
                  </a:rPr>
                  <a:t>Digitalization Process</a:t>
                </a:r>
              </a:p>
            </p:txBody>
          </p:sp>
          <p:sp>
            <p:nvSpPr>
              <p:cNvPr id="29" name="Text2">
                <a:extLst>
                  <a:ext uri="{FF2B5EF4-FFF2-40B4-BE49-F238E27FC236}">
                    <a16:creationId xmlns:a16="http://schemas.microsoft.com/office/drawing/2014/main" id="{0A87E136-2D5D-361F-4A7C-D37F89B1E9BB}"/>
                  </a:ext>
                </a:extLst>
              </p:cNvPr>
              <p:cNvSpPr/>
              <p:nvPr/>
            </p:nvSpPr>
            <p:spPr>
              <a:xfrm>
                <a:off x="2350128" y="4995283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en-US" altLang="zh-CN" sz="800">
                    <a:solidFill>
                      <a:schemeClr val="tx1"/>
                    </a:solidFill>
                  </a:rPr>
                  <a:t>Process formulation and NC programming thru CAM software. Use estimated time generated by CAM software as process estimated time, which is more reliable for work planning.</a:t>
                </a:r>
              </a:p>
            </p:txBody>
          </p:sp>
        </p:grpSp>
        <p:grpSp>
          <p:nvGrpSpPr>
            <p:cNvPr id="15" name="组合 24">
              <a:extLst>
                <a:ext uri="{FF2B5EF4-FFF2-40B4-BE49-F238E27FC236}">
                  <a16:creationId xmlns:a16="http://schemas.microsoft.com/office/drawing/2014/main" id="{EC504A55-0DC5-1414-E214-68E7F9D3CD4D}"/>
                </a:ext>
              </a:extLst>
            </p:cNvPr>
            <p:cNvGrpSpPr/>
            <p:nvPr/>
          </p:nvGrpSpPr>
          <p:grpSpPr>
            <a:xfrm>
              <a:off x="4220321" y="1764175"/>
              <a:ext cx="2029872" cy="4002357"/>
              <a:chOff x="4220321" y="1764175"/>
              <a:chExt cx="2029872" cy="4002357"/>
            </a:xfrm>
          </p:grpSpPr>
          <p:sp>
            <p:nvSpPr>
              <p:cNvPr id="24" name="Number3">
                <a:extLst>
                  <a:ext uri="{FF2B5EF4-FFF2-40B4-BE49-F238E27FC236}">
                    <a16:creationId xmlns:a16="http://schemas.microsoft.com/office/drawing/2014/main" id="{FE9878A2-AA5D-B4B7-705E-78A80E0586A0}"/>
                  </a:ext>
                </a:extLst>
              </p:cNvPr>
              <p:cNvSpPr/>
              <p:nvPr/>
            </p:nvSpPr>
            <p:spPr>
              <a:xfrm>
                <a:off x="4625657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3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Bullet3">
                <a:extLst>
                  <a:ext uri="{FF2B5EF4-FFF2-40B4-BE49-F238E27FC236}">
                    <a16:creationId xmlns:a16="http://schemas.microsoft.com/office/drawing/2014/main" id="{B9FC6655-ACCA-75DB-BECB-95D9BF5732EC}"/>
                  </a:ext>
                </a:extLst>
              </p:cNvPr>
              <p:cNvSpPr/>
              <p:nvPr/>
            </p:nvSpPr>
            <p:spPr>
              <a:xfrm>
                <a:off x="4220321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sz="1300" b="1">
                    <a:solidFill>
                      <a:schemeClr val="tx1"/>
                    </a:solidFill>
                  </a:rPr>
                  <a:t>Workshop Capacity Balance</a:t>
                </a:r>
              </a:p>
            </p:txBody>
          </p:sp>
          <p:sp>
            <p:nvSpPr>
              <p:cNvPr id="26" name="Text3">
                <a:extLst>
                  <a:ext uri="{FF2B5EF4-FFF2-40B4-BE49-F238E27FC236}">
                    <a16:creationId xmlns:a16="http://schemas.microsoft.com/office/drawing/2014/main" id="{3337DCCC-67F0-3860-1E32-87FA3B30922A}"/>
                  </a:ext>
                </a:extLst>
              </p:cNvPr>
              <p:cNvSpPr/>
              <p:nvPr/>
            </p:nvSpPr>
            <p:spPr>
              <a:xfrm>
                <a:off x="4220321" y="2389188"/>
                <a:ext cx="2029872" cy="12191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kumimoji="1" lang="en-US" altLang="zh-CN" sz="800">
                    <a:solidFill>
                      <a:schemeClr val="tx1"/>
                    </a:solidFill>
                  </a:rPr>
                  <a:t>Flexible work planning base on priority, process. Fast response to urgent orders or project changes. Avoid delay on current/other projects.</a:t>
                </a:r>
              </a:p>
            </p:txBody>
          </p:sp>
        </p:grpSp>
        <p:grpSp>
          <p:nvGrpSpPr>
            <p:cNvPr id="16" name="组合 29">
              <a:extLst>
                <a:ext uri="{FF2B5EF4-FFF2-40B4-BE49-F238E27FC236}">
                  <a16:creationId xmlns:a16="http://schemas.microsoft.com/office/drawing/2014/main" id="{79ED112E-4410-8718-5CC6-7AA77527C946}"/>
                </a:ext>
              </a:extLst>
            </p:cNvPr>
            <p:cNvGrpSpPr/>
            <p:nvPr/>
          </p:nvGrpSpPr>
          <p:grpSpPr>
            <a:xfrm>
              <a:off x="6090513" y="1944857"/>
              <a:ext cx="2029872" cy="4067060"/>
              <a:chOff x="6090513" y="1944857"/>
              <a:chExt cx="2029872" cy="4067060"/>
            </a:xfrm>
          </p:grpSpPr>
          <p:sp>
            <p:nvSpPr>
              <p:cNvPr id="21" name="Number4">
                <a:extLst>
                  <a:ext uri="{FF2B5EF4-FFF2-40B4-BE49-F238E27FC236}">
                    <a16:creationId xmlns:a16="http://schemas.microsoft.com/office/drawing/2014/main" id="{79D09050-9B39-77B7-9B1C-E8E812F939F9}"/>
                  </a:ext>
                </a:extLst>
              </p:cNvPr>
              <p:cNvSpPr/>
              <p:nvPr/>
            </p:nvSpPr>
            <p:spPr>
              <a:xfrm>
                <a:off x="6490461" y="1944857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4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2" name="Bullet4">
                <a:extLst>
                  <a:ext uri="{FF2B5EF4-FFF2-40B4-BE49-F238E27FC236}">
                    <a16:creationId xmlns:a16="http://schemas.microsoft.com/office/drawing/2014/main" id="{DAFBE33B-0A7F-7985-620D-1972D8FAB3C4}"/>
                  </a:ext>
                </a:extLst>
              </p:cNvPr>
              <p:cNvSpPr/>
              <p:nvPr/>
            </p:nvSpPr>
            <p:spPr>
              <a:xfrm>
                <a:off x="6090513" y="4370268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00000"/>
                  </a:lnSpc>
                </a:pPr>
                <a:r>
                  <a:rPr kumimoji="1" lang="en-US" altLang="zh-CN" sz="1300" b="1">
                    <a:solidFill>
                      <a:schemeClr val="tx1"/>
                    </a:solidFill>
                  </a:rPr>
                  <a:t>Manufacturing Info Management</a:t>
                </a:r>
              </a:p>
            </p:txBody>
          </p:sp>
          <p:sp>
            <p:nvSpPr>
              <p:cNvPr id="23" name="Text4">
                <a:extLst>
                  <a:ext uri="{FF2B5EF4-FFF2-40B4-BE49-F238E27FC236}">
                    <a16:creationId xmlns:a16="http://schemas.microsoft.com/office/drawing/2014/main" id="{677E5037-7E7C-35D6-D4DC-2ECBF9DB1451}"/>
                  </a:ext>
                </a:extLst>
              </p:cNvPr>
              <p:cNvSpPr/>
              <p:nvPr/>
            </p:nvSpPr>
            <p:spPr>
              <a:xfrm>
                <a:off x="6090513" y="4995283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kumimoji="1" lang="en-US" altLang="zh-CN" sz="800">
                    <a:solidFill>
                      <a:schemeClr val="tx1"/>
                    </a:solidFill>
                  </a:rPr>
                  <a:t>Generate manufacturing info and send to machines. Collect data and analyze the current machine status.</a:t>
                </a:r>
              </a:p>
            </p:txBody>
          </p:sp>
        </p:grpSp>
        <p:grpSp>
          <p:nvGrpSpPr>
            <p:cNvPr id="17" name="组合 50">
              <a:extLst>
                <a:ext uri="{FF2B5EF4-FFF2-40B4-BE49-F238E27FC236}">
                  <a16:creationId xmlns:a16="http://schemas.microsoft.com/office/drawing/2014/main" id="{A8DDE381-EEF3-15FE-B349-229A3E6EE8CD}"/>
                </a:ext>
              </a:extLst>
            </p:cNvPr>
            <p:cNvGrpSpPr/>
            <p:nvPr/>
          </p:nvGrpSpPr>
          <p:grpSpPr>
            <a:xfrm>
              <a:off x="7959733" y="1764175"/>
              <a:ext cx="2029872" cy="4002357"/>
              <a:chOff x="7959733" y="1764175"/>
              <a:chExt cx="2029872" cy="4002357"/>
            </a:xfrm>
          </p:grpSpPr>
          <p:sp>
            <p:nvSpPr>
              <p:cNvPr id="18" name="Number5">
                <a:extLst>
                  <a:ext uri="{FF2B5EF4-FFF2-40B4-BE49-F238E27FC236}">
                    <a16:creationId xmlns:a16="http://schemas.microsoft.com/office/drawing/2014/main" id="{88CF9ADF-3B78-E351-25D9-A6C11CAA185F}"/>
                  </a:ext>
                </a:extLst>
              </p:cNvPr>
              <p:cNvSpPr/>
              <p:nvPr/>
            </p:nvSpPr>
            <p:spPr>
              <a:xfrm>
                <a:off x="8366042" y="4547332"/>
                <a:ext cx="1219200" cy="1219200"/>
              </a:xfrm>
              <a:prstGeom prst="rect">
                <a:avLst/>
              </a:prstGeom>
              <a:solidFill>
                <a:schemeClr val="accent1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>
                    <a:solidFill>
                      <a:schemeClr val="bg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5</a:t>
                </a:r>
                <a:endParaRPr lang="zh-CN" altLang="en-US" sz="2800">
                  <a:solidFill>
                    <a:schemeClr val="bg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19" name="Bullet5">
                <a:extLst>
                  <a:ext uri="{FF2B5EF4-FFF2-40B4-BE49-F238E27FC236}">
                    <a16:creationId xmlns:a16="http://schemas.microsoft.com/office/drawing/2014/main" id="{DC5AC9A7-ED01-F309-9B16-FB0EA2342D0A}"/>
                  </a:ext>
                </a:extLst>
              </p:cNvPr>
              <p:cNvSpPr/>
              <p:nvPr/>
            </p:nvSpPr>
            <p:spPr>
              <a:xfrm>
                <a:off x="7959733" y="1764175"/>
                <a:ext cx="2029872" cy="6265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b" anchorCtr="0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r>
                  <a:rPr kumimoji="1" lang="en-US" altLang="zh-CN" b="1">
                    <a:solidFill>
                      <a:schemeClr val="tx1"/>
                    </a:solidFill>
                  </a:rPr>
                  <a:t>Material Logistic Management</a:t>
                </a:r>
              </a:p>
            </p:txBody>
          </p:sp>
          <p:sp>
            <p:nvSpPr>
              <p:cNvPr id="20" name="Text5">
                <a:extLst>
                  <a:ext uri="{FF2B5EF4-FFF2-40B4-BE49-F238E27FC236}">
                    <a16:creationId xmlns:a16="http://schemas.microsoft.com/office/drawing/2014/main" id="{8C9D4284-866B-BDB2-964F-0BD155E4398A}"/>
                  </a:ext>
                </a:extLst>
              </p:cNvPr>
              <p:cNvSpPr/>
              <p:nvPr/>
            </p:nvSpPr>
            <p:spPr>
              <a:xfrm>
                <a:off x="7959733" y="2389190"/>
                <a:ext cx="2029872" cy="10166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40000"/>
                  </a:lnSpc>
                </a:pPr>
                <a:r>
                  <a:rPr kumimoji="1" lang="en-US" altLang="zh-CN" sz="800">
                    <a:solidFill>
                      <a:schemeClr val="tx1"/>
                    </a:solidFill>
                  </a:rPr>
                  <a:t>Manufacturing material logistic and tracking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738B0AF-7FDF-936E-42EB-28BED895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Development Framework——</a:t>
            </a:r>
            <a:r>
              <a:rPr lang="en-US" altLang="zh-CN" sz="1400"/>
              <a:t>High accuracy mold insert autonomy production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161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9360C-0110-AB6D-D25C-65A1FD41B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D7A98-8441-AEF9-B0D8-0D516F0AE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主页</a:t>
            </a:r>
            <a:r>
              <a:rPr lang="en-US" altLang="zh-CN"/>
              <a:t> Homepage</a:t>
            </a:r>
            <a:endParaRPr lang="en-CN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477055A-F7D1-4278-076E-40AB63B76310}"/>
              </a:ext>
            </a:extLst>
          </p:cNvPr>
          <p:cNvSpPr/>
          <p:nvPr/>
        </p:nvSpPr>
        <p:spPr>
          <a:xfrm>
            <a:off x="6175418" y="1603418"/>
            <a:ext cx="624625" cy="2768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30387AB-1950-6C0D-79DD-11206A8149BB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87335F-766D-FD8F-1AE7-0D1914315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82" y="942781"/>
            <a:ext cx="6800043" cy="361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3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2271A6E-34E0-2DA0-6C48-7531B5A49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65" y="985235"/>
            <a:ext cx="7062751" cy="3786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534570-5148-70BE-C5D9-0D9C0B98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项目信息数据对接</a:t>
            </a:r>
            <a:endParaRPr lang="en-CN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C8B292E-DA65-A149-C127-A5C694895719}"/>
              </a:ext>
            </a:extLst>
          </p:cNvPr>
          <p:cNvSpPr/>
          <p:nvPr/>
        </p:nvSpPr>
        <p:spPr>
          <a:xfrm>
            <a:off x="6617119" y="342365"/>
            <a:ext cx="624625" cy="2768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357509-27FF-EBF3-9D80-BA88A3323D5B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406175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5EED3-BD97-D427-180F-086607D4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zh-CN" altLang="en-US"/>
              <a:t>项目数据对接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E1FA9090-8C31-A845-A292-2D9BF143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11</a:t>
            </a:fld>
            <a:endParaRPr lang="en-GB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2420187-DCD8-0DE0-6A9E-1A3B781AA4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68" b="13368"/>
          <a:stretch>
            <a:fillRect/>
          </a:stretch>
        </p:blipFill>
        <p:spPr>
          <a:xfrm>
            <a:off x="250824" y="1239424"/>
            <a:ext cx="8639998" cy="3529014"/>
          </a:xfrm>
          <a:prstGeom prst="rect">
            <a:avLst/>
          </a:prstGeom>
          <a:noFill/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6AD2B06-5F06-30E8-251F-74B6A00246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0825" y="987424"/>
            <a:ext cx="8639997" cy="252000"/>
          </a:xfrm>
        </p:spPr>
        <p:txBody>
          <a:bodyPr/>
          <a:lstStyle/>
          <a:p>
            <a:r>
              <a:rPr lang="zh-CN" altLang="en-US"/>
              <a:t>项目信息修改弹窗页面 可快速更新项目信息</a:t>
            </a:r>
            <a:r>
              <a:rPr lang="en-US" altLang="zh-CN"/>
              <a:t> </a:t>
            </a:r>
            <a:r>
              <a:rPr lang="zh-CN" altLang="en-US"/>
              <a:t>待上级审批后发到工艺部门</a:t>
            </a:r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DB305E-FB52-DE87-9A7B-2A5099EDEA9A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3004684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996A-34B6-98CE-4E68-1F51B87D9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2002A05-2B99-DABF-57E5-F4D8242F8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77" y="899834"/>
            <a:ext cx="7920507" cy="4091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1E0AE2-F188-0ECB-03E0-35135E132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数字化工艺流程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C02D0-E41E-C9E6-8670-3DA9BA80BCD0}"/>
              </a:ext>
            </a:extLst>
          </p:cNvPr>
          <p:cNvSpPr txBox="1"/>
          <p:nvPr/>
        </p:nvSpPr>
        <p:spPr>
          <a:xfrm>
            <a:off x="250825" y="1164582"/>
            <a:ext cx="8582980" cy="5316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/>
          </a:p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CN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285630-72D6-96C0-F30E-47A222BBAD04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772082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5F7B5-BF73-D326-0D27-6F84ECD44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42EF-A5FC-3738-54B8-6B7DF3894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数字化工艺流程</a:t>
            </a:r>
            <a:r>
              <a:rPr lang="en-US" altLang="zh-CN"/>
              <a:t>——</a:t>
            </a:r>
            <a:r>
              <a:rPr lang="zh-CN" altLang="en-US"/>
              <a:t>导入</a:t>
            </a:r>
            <a:r>
              <a:rPr lang="en-US" altLang="zh-CN"/>
              <a:t>BOM</a:t>
            </a:r>
            <a:r>
              <a:rPr lang="zh-CN" altLang="en-US"/>
              <a:t>清单</a:t>
            </a:r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89022-3446-553D-75B4-05DD455ABF86}"/>
              </a:ext>
            </a:extLst>
          </p:cNvPr>
          <p:cNvSpPr txBox="1"/>
          <p:nvPr/>
        </p:nvSpPr>
        <p:spPr>
          <a:xfrm>
            <a:off x="250825" y="1164582"/>
            <a:ext cx="8582980" cy="5316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/>
          </a:p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CN" sz="14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E18033-5EEA-F847-82EC-3C3EC5FC3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23" b="7662"/>
          <a:stretch>
            <a:fillRect/>
          </a:stretch>
        </p:blipFill>
        <p:spPr>
          <a:xfrm>
            <a:off x="803513" y="937429"/>
            <a:ext cx="7536973" cy="38277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8ACE82B-66DB-271D-C274-CA8F7EEA1AE8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2007998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BCE7-41DB-8526-AE25-FFA2C6DE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数字化工艺流程</a:t>
            </a:r>
            <a:r>
              <a:rPr lang="en-US" altLang="zh-CN"/>
              <a:t>——</a:t>
            </a:r>
            <a:r>
              <a:rPr lang="zh-CN" altLang="en-US"/>
              <a:t>需加工部分工艺制定</a:t>
            </a:r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2EB00D-1FBD-551F-3E9F-513AEE8B7999}"/>
              </a:ext>
            </a:extLst>
          </p:cNvPr>
          <p:cNvSpPr txBox="1"/>
          <p:nvPr/>
        </p:nvSpPr>
        <p:spPr>
          <a:xfrm>
            <a:off x="250825" y="1164582"/>
            <a:ext cx="8582980" cy="5316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/>
          </a:p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CN" sz="14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8774A9-5562-A2A8-E126-3134EF3A2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72" y="957866"/>
            <a:ext cx="7737564" cy="40109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443602E-67C8-A343-9BAC-1946411107DC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38265AD7-7448-39EF-C263-AEC11230249D}"/>
              </a:ext>
            </a:extLst>
          </p:cNvPr>
          <p:cNvSpPr/>
          <p:nvPr/>
        </p:nvSpPr>
        <p:spPr>
          <a:xfrm>
            <a:off x="5460641" y="4315370"/>
            <a:ext cx="90152" cy="10862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4B36F0-1243-8DF9-3E6F-0B5EA42DD210}"/>
              </a:ext>
            </a:extLst>
          </p:cNvPr>
          <p:cNvSpPr txBox="1"/>
          <p:nvPr/>
        </p:nvSpPr>
        <p:spPr>
          <a:xfrm>
            <a:off x="5550794" y="4302493"/>
            <a:ext cx="1972031" cy="1214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n-US" altLang="zh-CN" sz="1050"/>
              <a:t>=CAM</a:t>
            </a:r>
            <a:r>
              <a:rPr lang="zh-CN" altLang="en-US" sz="1050"/>
              <a:t>编程预估时间总和</a:t>
            </a:r>
          </a:p>
        </p:txBody>
      </p:sp>
    </p:spTree>
    <p:extLst>
      <p:ext uri="{BB962C8B-B14F-4D97-AF65-F5344CB8AC3E}">
        <p14:creationId xmlns:p14="http://schemas.microsoft.com/office/powerpoint/2010/main" val="2630423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86E34E9-5AD2-571F-CE9C-A09813C55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27" y="1112921"/>
            <a:ext cx="6281812" cy="39726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4BCE7-41DB-8526-AE25-FFA2C6DE4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  <a:r>
              <a:rPr lang="en-US" altLang="zh-CN"/>
              <a:t>——</a:t>
            </a:r>
            <a:r>
              <a:rPr lang="zh-CN" altLang="en-US"/>
              <a:t>生产安排查看</a:t>
            </a:r>
            <a:endParaRPr lang="en-CN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EE5E1A6-C54A-6EED-4430-6B02737FB5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40AEE11-7DF7-9D15-5185-F08C1799E476}"/>
              </a:ext>
            </a:extLst>
          </p:cNvPr>
          <p:cNvSpPr/>
          <p:nvPr/>
        </p:nvSpPr>
        <p:spPr>
          <a:xfrm>
            <a:off x="1320084" y="2060620"/>
            <a:ext cx="6202741" cy="914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62D1C6-4DE2-C4BF-5C6B-030D2F4BDA61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338701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1A080-88A3-D99D-ACE1-1CBA36AE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AEFD-3FC6-E634-4B77-3C84DB93C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08B65B-0BD7-428E-7AEB-88BF60CA8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30" y="987423"/>
            <a:ext cx="8207190" cy="3816344"/>
          </a:xfrm>
          <a:prstGeom prst="rect">
            <a:avLst/>
          </a:pr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F851CC51-E236-1994-C2AC-5FD6B1B067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 wrap="square" anchor="ctr">
            <a:normAutofit/>
          </a:bodyPr>
          <a:lstStyle/>
          <a:p>
            <a:pPr>
              <a:lnSpc>
                <a:spcPct val="100000"/>
              </a:lnSpc>
            </a:pPr>
            <a:fld id="{E0E1850D-AA7B-41FA-B624-1975CBD02DEE}" type="slidenum">
              <a:rPr lang="en-GB" sz="400" smtClean="0"/>
              <a:pPr>
                <a:lnSpc>
                  <a:spcPct val="100000"/>
                </a:lnSpc>
              </a:pPr>
              <a:t>16</a:t>
            </a:fld>
            <a:endParaRPr lang="en-GB" sz="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DE63F-39F4-F3B0-1FED-BF9CBE16F1A8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223857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B4841-AA0F-81DF-4B83-46D2D7E8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E946B69-4BFC-5B4E-5B54-6E971D801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27" y="1112921"/>
            <a:ext cx="6281812" cy="39726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1500FF-9005-1129-D430-C5015F89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CE7B25C-31EF-4F25-88E0-D5577EA1EB4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5AF5A5-961D-7957-6773-A6EC23284FB6}"/>
              </a:ext>
            </a:extLst>
          </p:cNvPr>
          <p:cNvSpPr/>
          <p:nvPr/>
        </p:nvSpPr>
        <p:spPr>
          <a:xfrm>
            <a:off x="6909515" y="3110246"/>
            <a:ext cx="542476" cy="1996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C58C13-58C1-0D63-0691-BF59B0580EFD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2667224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F84FA-DF83-C757-D6C8-38434A3C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93F9-9233-2F4C-1830-921EB1BA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  <a:r>
              <a:rPr lang="en-US" altLang="zh-CN"/>
              <a:t>——</a:t>
            </a:r>
            <a:r>
              <a:rPr lang="zh-CN" altLang="en-US"/>
              <a:t>新增紧急单</a:t>
            </a:r>
            <a:endParaRPr lang="en-CN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93B1AA24-6559-8E37-EC0A-6E6281951E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D1166A-7D34-BC0B-6CE4-70CDC8DBDA08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1B4E4D-2270-A95B-CD2D-606C44E77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11" y="961265"/>
            <a:ext cx="6332257" cy="376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52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4D7ECCD-E52D-AF49-8BF4-9F2FB12D7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83" y="865627"/>
            <a:ext cx="6747403" cy="4005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4BCE7-41DB-8526-AE25-FFA2C6DE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制造信息管理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2C6466-5FF6-7557-C18A-9FD6601C8E5B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AA100CC-E102-C31F-C1CF-D1889022472C}"/>
              </a:ext>
            </a:extLst>
          </p:cNvPr>
          <p:cNvSpPr/>
          <p:nvPr/>
        </p:nvSpPr>
        <p:spPr>
          <a:xfrm>
            <a:off x="6479669" y="2930492"/>
            <a:ext cx="542476" cy="1996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41E1C9D-74A3-BCA3-3596-93FB92293197}"/>
              </a:ext>
            </a:extLst>
          </p:cNvPr>
          <p:cNvSpPr/>
          <p:nvPr/>
        </p:nvSpPr>
        <p:spPr>
          <a:xfrm>
            <a:off x="6678349" y="1500555"/>
            <a:ext cx="421949" cy="2735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095256E-6FAF-8D66-1BE0-E38233769D22}"/>
              </a:ext>
            </a:extLst>
          </p:cNvPr>
          <p:cNvSpPr/>
          <p:nvPr/>
        </p:nvSpPr>
        <p:spPr>
          <a:xfrm>
            <a:off x="1009883" y="1674281"/>
            <a:ext cx="1217502" cy="38898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EACCFF-11E3-6A6C-EFBF-65971A045F4A}"/>
              </a:ext>
            </a:extLst>
          </p:cNvPr>
          <p:cNvSpPr txBox="1"/>
          <p:nvPr/>
        </p:nvSpPr>
        <p:spPr>
          <a:xfrm>
            <a:off x="32227" y="1796226"/>
            <a:ext cx="977656" cy="3204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zh-CN" altLang="en-US" sz="1200"/>
              <a:t>点击机床选项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DC4946-BB1B-F8BD-7822-8F68D523159C}"/>
              </a:ext>
            </a:extLst>
          </p:cNvPr>
          <p:cNvSpPr txBox="1"/>
          <p:nvPr/>
        </p:nvSpPr>
        <p:spPr>
          <a:xfrm>
            <a:off x="7167489" y="1500555"/>
            <a:ext cx="1645920" cy="27353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zh-CN" altLang="en-US" sz="1100"/>
              <a:t>导出机床当前信息</a:t>
            </a:r>
          </a:p>
        </p:txBody>
      </p:sp>
    </p:spTree>
    <p:extLst>
      <p:ext uri="{BB962C8B-B14F-4D97-AF65-F5344CB8AC3E}">
        <p14:creationId xmlns:p14="http://schemas.microsoft.com/office/powerpoint/2010/main" val="2666162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1F3D6-AB99-736F-5913-E0628EC80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9139-2820-7ECD-7BE9-4078B4ACC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制造信息管理</a:t>
            </a:r>
            <a:r>
              <a:rPr lang="en-US" altLang="zh-CN"/>
              <a:t>——</a:t>
            </a:r>
            <a:r>
              <a:rPr lang="zh-CN" altLang="en-US"/>
              <a:t>实际时间记录入库</a:t>
            </a:r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6992EF1-852D-EA35-B654-781DE4849D7B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83D42B-3894-DDA2-BB56-2FAD36836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01953"/>
            <a:ext cx="5791200" cy="317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20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BCADD-AB6D-D0BE-4E76-07C1C934F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31D16-5DFA-379C-CD28-14AE0C33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制造信息管理</a:t>
            </a:r>
            <a:r>
              <a:rPr lang="en-US" altLang="zh-CN"/>
              <a:t>——</a:t>
            </a:r>
            <a:r>
              <a:rPr lang="zh-CN" altLang="en-US"/>
              <a:t>当前机床当日任务看板</a:t>
            </a:r>
            <a:r>
              <a:rPr lang="en-US" altLang="zh-CN"/>
              <a:t>+</a:t>
            </a:r>
            <a:r>
              <a:rPr lang="zh-CN" altLang="en-US"/>
              <a:t>未来任务预览</a:t>
            </a:r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C24BFC-4BAB-48B5-9C57-6F55363009F0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CF5B8F-C98D-FC66-3A56-6623777A3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54" y="1214019"/>
            <a:ext cx="5416372" cy="346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66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BCE7-41DB-8526-AE25-FFA2C6DE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车间物料自动物流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22F5B7E-B91B-3437-01C9-B7544310E9E7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67E60D-1949-CBEA-12E1-F5D7AF6CF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37" y="872657"/>
            <a:ext cx="6467926" cy="362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34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9A8D-86CA-2E77-2506-A7D4D069E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系统管理</a:t>
            </a:r>
            <a:endParaRPr lang="en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36C768-F5FC-C244-D03E-313D7152DE79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D625B8-2B11-716F-7483-033DAA507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85" y="847519"/>
            <a:ext cx="633804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005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ECD998-F282-C7A7-9958-2DD783054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941B6C7-5F8B-13BC-0F76-764BF650F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65" y="985235"/>
            <a:ext cx="7062751" cy="3786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8662A9-5CDD-CFE7-3B00-FB499F4B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Project info data sync</a:t>
            </a:r>
            <a:endParaRPr lang="en-CN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79761D9-C59F-2A89-5BC4-8188C252AFAE}"/>
              </a:ext>
            </a:extLst>
          </p:cNvPr>
          <p:cNvSpPr/>
          <p:nvPr/>
        </p:nvSpPr>
        <p:spPr>
          <a:xfrm>
            <a:off x="6175418" y="1603418"/>
            <a:ext cx="624625" cy="2768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D0BC4A-D0AF-462F-D2A6-96615C79CB9C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814892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380D3CF-872E-AE57-EFAE-A190A8B76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24308-B5D4-C21E-C7AA-1209EE9D0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US" altLang="zh-CN"/>
              <a:t>Project info data sync</a:t>
            </a:r>
            <a:endParaRPr lang="zh-CN" altLang="en-US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98D5CABC-21AA-55FE-B933-B1A5E5C98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25</a:t>
            </a:fld>
            <a:endParaRPr lang="en-GB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3489ED-6675-F018-1065-3DC0FE948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68" b="13368"/>
          <a:stretch>
            <a:fillRect/>
          </a:stretch>
        </p:blipFill>
        <p:spPr>
          <a:xfrm>
            <a:off x="250824" y="1239424"/>
            <a:ext cx="8639998" cy="3529014"/>
          </a:xfrm>
          <a:prstGeom prst="rect">
            <a:avLst/>
          </a:prstGeom>
          <a:noFill/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762A1BE-74DB-3F55-21E9-CD7D90398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50825" y="987424"/>
            <a:ext cx="8639997" cy="252000"/>
          </a:xfrm>
        </p:spPr>
        <p:txBody>
          <a:bodyPr/>
          <a:lstStyle/>
          <a:p>
            <a:r>
              <a:rPr lang="en-US" altLang="zh-CN"/>
              <a:t>Edit Project Info &amp; Wait For Upper Level Approval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22E8A5-3C4F-90FA-D1C0-A88123C62A65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352423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ECFC185-598C-FCD1-D757-99F4A665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FD42E88-D884-FDCC-C523-936C3D639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77" y="899834"/>
            <a:ext cx="7920507" cy="4091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3A6B10-65A6-6A5E-C79B-3DE578903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Digitalization Process</a:t>
            </a:r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084AF-44D8-65B0-B3A1-C7A136474D60}"/>
              </a:ext>
            </a:extLst>
          </p:cNvPr>
          <p:cNvSpPr txBox="1"/>
          <p:nvPr/>
        </p:nvSpPr>
        <p:spPr>
          <a:xfrm>
            <a:off x="250825" y="1164582"/>
            <a:ext cx="8582980" cy="5316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/>
          </a:p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CN" sz="1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E19C1C-30B0-9D0C-7EEC-3E6E1B0A0110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229348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A649FA-F2B1-6866-87C1-41656354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EEE7B-0EFD-6ADD-2E12-6A61D036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Digitalization Process——import </a:t>
            </a:r>
            <a:r>
              <a:rPr lang="en-US" altLang="zh-CN" err="1"/>
              <a:t>bom</a:t>
            </a:r>
            <a:r>
              <a:rPr lang="en-US" altLang="zh-CN"/>
              <a:t> list</a:t>
            </a:r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59FA7-7F2D-DF9F-D1F1-6B8471D52BAF}"/>
              </a:ext>
            </a:extLst>
          </p:cNvPr>
          <p:cNvSpPr txBox="1"/>
          <p:nvPr/>
        </p:nvSpPr>
        <p:spPr>
          <a:xfrm>
            <a:off x="250825" y="1164582"/>
            <a:ext cx="8582980" cy="5316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/>
          </a:p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CN" sz="14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5575D9-9A66-391B-A983-346DCC2F0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23" b="7662"/>
          <a:stretch>
            <a:fillRect/>
          </a:stretch>
        </p:blipFill>
        <p:spPr>
          <a:xfrm>
            <a:off x="803513" y="937429"/>
            <a:ext cx="7536973" cy="382775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CB7977C-E00E-B496-2F4D-EFCA3557CF73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012189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526E5A-4B94-1C3B-FB05-27C59889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D698C-6E97-C8F6-5C9A-182374C93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Digitalization Process——</a:t>
            </a:r>
            <a:r>
              <a:rPr lang="zh-CN" altLang="en-US"/>
              <a:t>需加工部分工艺制定</a:t>
            </a:r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FFA7CC-EC01-1349-7079-23FDF47B8D83}"/>
              </a:ext>
            </a:extLst>
          </p:cNvPr>
          <p:cNvSpPr txBox="1"/>
          <p:nvPr/>
        </p:nvSpPr>
        <p:spPr>
          <a:xfrm>
            <a:off x="250825" y="1164582"/>
            <a:ext cx="8582980" cy="5316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/>
          </a:p>
          <a:p>
            <a:pPr algn="l">
              <a:lnSpc>
                <a:spcPct val="110000"/>
              </a:lnSpc>
              <a:spcBef>
                <a:spcPts val="600"/>
              </a:spcBef>
            </a:pPr>
            <a:endParaRPr lang="en-CN" sz="140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6B7058-6952-40EA-F58B-F55E6E43F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72" y="957866"/>
            <a:ext cx="7737564" cy="40109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6A1C22-DA01-2C9B-DA50-25CE2EF4956A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E5943D0D-92F4-E576-64EB-6B5C54D69595}"/>
              </a:ext>
            </a:extLst>
          </p:cNvPr>
          <p:cNvSpPr/>
          <p:nvPr/>
        </p:nvSpPr>
        <p:spPr>
          <a:xfrm>
            <a:off x="5460641" y="4315370"/>
            <a:ext cx="90152" cy="10862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C476AC-8AA7-A86B-D684-843FDB3144AC}"/>
              </a:ext>
            </a:extLst>
          </p:cNvPr>
          <p:cNvSpPr txBox="1"/>
          <p:nvPr/>
        </p:nvSpPr>
        <p:spPr>
          <a:xfrm>
            <a:off x="5550794" y="4302493"/>
            <a:ext cx="1972031" cy="12149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en-US" altLang="zh-CN" sz="1050"/>
              <a:t>=CAM</a:t>
            </a:r>
            <a:r>
              <a:rPr lang="zh-CN" altLang="en-US" sz="1050"/>
              <a:t>编程预估时间总和</a:t>
            </a:r>
          </a:p>
        </p:txBody>
      </p:sp>
    </p:spTree>
    <p:extLst>
      <p:ext uri="{BB962C8B-B14F-4D97-AF65-F5344CB8AC3E}">
        <p14:creationId xmlns:p14="http://schemas.microsoft.com/office/powerpoint/2010/main" val="1164043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8BB7768-6FA7-1255-B10C-CB3E425E3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83B8812-1FDF-A24D-4F3D-1009D2872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27" y="1112921"/>
            <a:ext cx="6281812" cy="39726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CD4B74-1486-6FEF-129B-7878EA4E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  <a:r>
              <a:rPr lang="en-US" altLang="zh-CN"/>
              <a:t>——</a:t>
            </a:r>
            <a:r>
              <a:rPr lang="zh-CN" altLang="en-US"/>
              <a:t>生产安排查看</a:t>
            </a:r>
            <a:endParaRPr lang="en-CN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0F8DE15-3535-CFA3-3D8C-DF29D0C711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121608-D49E-E006-F6A0-7AA3D11D3655}"/>
              </a:ext>
            </a:extLst>
          </p:cNvPr>
          <p:cNvSpPr/>
          <p:nvPr/>
        </p:nvSpPr>
        <p:spPr>
          <a:xfrm>
            <a:off x="1320084" y="2060620"/>
            <a:ext cx="6202741" cy="9144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E3A66A-A9FE-72B1-A707-0931894EBE5E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027770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86A6D5A-7777-8ADE-A749-89A90F575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6B004-CD1E-144E-70BE-81D4978C4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C97E0D5-3FCB-6BBB-B1AC-A24782EE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30" y="987423"/>
            <a:ext cx="8207190" cy="3816344"/>
          </a:xfrm>
          <a:prstGeom prst="rect">
            <a:avLst/>
          </a:prstGeom>
          <a:noFill/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5CE96768-B10C-3D0D-7305-4AA269AE8B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 wrap="square" anchor="ctr">
            <a:normAutofit/>
          </a:bodyPr>
          <a:lstStyle/>
          <a:p>
            <a:pPr>
              <a:lnSpc>
                <a:spcPct val="100000"/>
              </a:lnSpc>
            </a:pPr>
            <a:fld id="{E0E1850D-AA7B-41FA-B624-1975CBD02DEE}" type="slidenum">
              <a:rPr lang="en-GB" sz="400" smtClean="0"/>
              <a:pPr>
                <a:lnSpc>
                  <a:spcPct val="100000"/>
                </a:lnSpc>
              </a:pPr>
              <a:t>30</a:t>
            </a:fld>
            <a:endParaRPr lang="en-GB" sz="4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11AB3B-7B9E-D09A-143D-2A0790AB83AA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7718408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4DCE35-D472-A5A0-13A7-6C33DD27C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FA2A989-967D-1BCD-17CC-C23EBA0D9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27" y="1112921"/>
            <a:ext cx="6281812" cy="39726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1E8EFE-97FD-1D63-A42C-A762C38F5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7177456-EB89-F3DD-5628-7DAE39C572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483BFD8-E613-951B-A1C7-9EC2E92DE5CA}"/>
              </a:ext>
            </a:extLst>
          </p:cNvPr>
          <p:cNvSpPr/>
          <p:nvPr/>
        </p:nvSpPr>
        <p:spPr>
          <a:xfrm>
            <a:off x="6909515" y="3110246"/>
            <a:ext cx="542476" cy="1996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57885B-642C-D393-AE3F-7D312317246E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</p:spTree>
    <p:extLst>
      <p:ext uri="{BB962C8B-B14F-4D97-AF65-F5344CB8AC3E}">
        <p14:creationId xmlns:p14="http://schemas.microsoft.com/office/powerpoint/2010/main" val="1319223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81147D-D289-51FE-E64B-166926E7D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B645-B62A-84F1-C9F2-D1C91830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233446"/>
            <a:ext cx="7272000" cy="494735"/>
          </a:xfrm>
        </p:spPr>
        <p:txBody>
          <a:bodyPr wrap="square" anchor="b">
            <a:normAutofit/>
          </a:bodyPr>
          <a:lstStyle/>
          <a:p>
            <a:r>
              <a:rPr lang="en-CN"/>
              <a:t>车间产能平衡</a:t>
            </a:r>
            <a:r>
              <a:rPr lang="en-US" altLang="zh-CN"/>
              <a:t>——</a:t>
            </a:r>
            <a:r>
              <a:rPr lang="zh-CN" altLang="en-US"/>
              <a:t>新增紧急单</a:t>
            </a:r>
            <a:endParaRPr lang="en-CN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259924D2-9A01-98CC-0EF0-B56A4BE939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50825" y="4959811"/>
            <a:ext cx="169958" cy="73589"/>
          </a:xfrm>
        </p:spPr>
        <p:txBody>
          <a:bodyPr/>
          <a:lstStyle/>
          <a:p>
            <a:fld id="{E0E1850D-AA7B-41FA-B624-1975CBD02DEE}" type="slidenum">
              <a:rPr lang="en-GB" smtClean="0"/>
              <a:pPr/>
              <a:t>32</a:t>
            </a:fld>
            <a:endParaRPr lang="en-GB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07241B-9655-20CA-BADE-2242F674FA87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1955B4-9DAD-88B4-7682-3DBB5B895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911" y="961265"/>
            <a:ext cx="6332257" cy="376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1576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BC2CC6D-901B-ACB0-20A6-B42E75B8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A33CE50-64CB-C5B1-BDAE-D31284565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83" y="865627"/>
            <a:ext cx="6747403" cy="4005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C5A172-9BF9-EB52-F36B-5EF7FC5B0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制造信息管理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A02CE4-9C4E-F1F4-62B8-DFDFA5FA16DA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FA2D7FE-822C-965C-D75D-8E43B4F5358E}"/>
              </a:ext>
            </a:extLst>
          </p:cNvPr>
          <p:cNvSpPr/>
          <p:nvPr/>
        </p:nvSpPr>
        <p:spPr>
          <a:xfrm>
            <a:off x="6479669" y="2930492"/>
            <a:ext cx="542476" cy="1996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A87D0A-6BBB-849B-F2FA-D8786E43A27D}"/>
              </a:ext>
            </a:extLst>
          </p:cNvPr>
          <p:cNvSpPr/>
          <p:nvPr/>
        </p:nvSpPr>
        <p:spPr>
          <a:xfrm>
            <a:off x="6678349" y="1500555"/>
            <a:ext cx="421949" cy="2735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CFDE7EC-A520-75FD-F8C4-B05C30009244}"/>
              </a:ext>
            </a:extLst>
          </p:cNvPr>
          <p:cNvSpPr/>
          <p:nvPr/>
        </p:nvSpPr>
        <p:spPr>
          <a:xfrm>
            <a:off x="1009883" y="1674281"/>
            <a:ext cx="1217502" cy="38898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endParaRPr lang="zh-CN" altLang="en-US" sz="1400" err="1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25C41B-7BA5-4E4F-A519-063418F656EC}"/>
              </a:ext>
            </a:extLst>
          </p:cNvPr>
          <p:cNvSpPr txBox="1"/>
          <p:nvPr/>
        </p:nvSpPr>
        <p:spPr>
          <a:xfrm>
            <a:off x="32227" y="1796226"/>
            <a:ext cx="977656" cy="3204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zh-CN" altLang="en-US" sz="1200"/>
              <a:t>点击机床选项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5E43C-2512-B758-7C87-0A8385F94A4B}"/>
              </a:ext>
            </a:extLst>
          </p:cNvPr>
          <p:cNvSpPr txBox="1"/>
          <p:nvPr/>
        </p:nvSpPr>
        <p:spPr>
          <a:xfrm>
            <a:off x="7167489" y="1500555"/>
            <a:ext cx="1645920" cy="27353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lang="zh-CN" altLang="en-US" sz="1100"/>
              <a:t>导出机床当前信息</a:t>
            </a:r>
          </a:p>
        </p:txBody>
      </p:sp>
    </p:spTree>
    <p:extLst>
      <p:ext uri="{BB962C8B-B14F-4D97-AF65-F5344CB8AC3E}">
        <p14:creationId xmlns:p14="http://schemas.microsoft.com/office/powerpoint/2010/main" val="30586420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47A83C-EB86-3450-7402-A01DEF982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865D-7FAE-03F9-476C-2D58226C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制造信息管理</a:t>
            </a:r>
            <a:r>
              <a:rPr lang="en-US" altLang="zh-CN"/>
              <a:t>——</a:t>
            </a:r>
            <a:r>
              <a:rPr lang="zh-CN" altLang="en-US"/>
              <a:t>实际时间记录入库</a:t>
            </a:r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4E48AB-7486-DF99-9875-2968ACD76050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A1640B-3B9C-779E-8A2E-52D0DB0AF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301953"/>
            <a:ext cx="5791200" cy="317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749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EF487B-B189-B42E-10FB-8375A74C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FEA9-8439-128F-AA6D-09067A49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制造信息管理</a:t>
            </a:r>
            <a:r>
              <a:rPr lang="en-US" altLang="zh-CN"/>
              <a:t>——</a:t>
            </a:r>
            <a:r>
              <a:rPr lang="zh-CN" altLang="en-US"/>
              <a:t>当前机床当日任务看板</a:t>
            </a:r>
            <a:r>
              <a:rPr lang="en-US" altLang="zh-CN"/>
              <a:t>+</a:t>
            </a:r>
            <a:r>
              <a:rPr lang="zh-CN" altLang="en-US"/>
              <a:t>未来任务预览</a:t>
            </a:r>
            <a:endParaRPr lang="en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4CEFB3-8468-23BD-A21E-8EEF09BB1471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66F8CE-A5D1-B788-C1BE-6341AFCF2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754" y="1214019"/>
            <a:ext cx="5416372" cy="346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51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744EA1-AE20-E5AF-1D85-EE025B0D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79A8D-867A-D99F-65DD-346A2CEB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车间物料自动物流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59C2A7-F980-5FBC-B7FF-A91B9A958D76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5EB6465-32FC-BDD0-6030-FDBF7A983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037" y="872657"/>
            <a:ext cx="6467926" cy="362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617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584DDC-3314-6082-E13C-DDDC8393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BCC9-98A9-2299-E546-B32A97E7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系统管理</a:t>
            </a:r>
            <a:endParaRPr lang="en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2526EC-9E0E-07C2-E6D8-727725DFF593}"/>
              </a:ext>
            </a:extLst>
          </p:cNvPr>
          <p:cNvSpPr txBox="1"/>
          <p:nvPr/>
        </p:nvSpPr>
        <p:spPr>
          <a:xfrm>
            <a:off x="2331730" y="4771819"/>
            <a:ext cx="4346620" cy="20586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zh-CN" altLang="en-US" sz="1000">
                <a:solidFill>
                  <a:srgbClr val="FF0000"/>
                </a:solidFill>
              </a:rPr>
              <a:t>仅效果概念图，非最终成品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AEEE9E-2CC8-0DDD-D995-564CE9E9A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85" y="847519"/>
            <a:ext cx="633804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13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16070-7674-77FA-9DC4-AE047D45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A531-F949-9D0A-3810-F6F7E1340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项目规划</a:t>
            </a:r>
          </a:p>
        </p:txBody>
      </p:sp>
      <p:grpSp>
        <p:nvGrpSpPr>
          <p:cNvPr id="3" name="组合 10">
            <a:extLst>
              <a:ext uri="{FF2B5EF4-FFF2-40B4-BE49-F238E27FC236}">
                <a16:creationId xmlns:a16="http://schemas.microsoft.com/office/drawing/2014/main" id="{CB08EE5E-5024-FC36-AD29-F94D723A8A5B}"/>
              </a:ext>
            </a:extLst>
          </p:cNvPr>
          <p:cNvGrpSpPr/>
          <p:nvPr/>
        </p:nvGrpSpPr>
        <p:grpSpPr>
          <a:xfrm>
            <a:off x="2" y="849982"/>
            <a:ext cx="9143998" cy="3750595"/>
            <a:chOff x="2" y="1133308"/>
            <a:chExt cx="12191998" cy="5000794"/>
          </a:xfrm>
        </p:grpSpPr>
        <p:sp>
          <p:nvSpPr>
            <p:cNvPr id="4" name="islide-7">
              <a:extLst>
                <a:ext uri="{FF2B5EF4-FFF2-40B4-BE49-F238E27FC236}">
                  <a16:creationId xmlns:a16="http://schemas.microsoft.com/office/drawing/2014/main" id="{C395212B-11C0-BAE2-F0DE-F444AC3F97F2}"/>
                </a:ext>
              </a:extLst>
            </p:cNvPr>
            <p:cNvSpPr/>
            <p:nvPr/>
          </p:nvSpPr>
          <p:spPr>
            <a:xfrm>
              <a:off x="2" y="3378448"/>
              <a:ext cx="12191998" cy="1747704"/>
            </a:xfrm>
            <a:custGeom>
              <a:avLst/>
              <a:gdLst>
                <a:gd name="connsiteX0" fmla="*/ 12191999 w 12191999"/>
                <a:gd name="connsiteY0" fmla="*/ 0 h 2776171"/>
                <a:gd name="connsiteX1" fmla="*/ 12191999 w 12191999"/>
                <a:gd name="connsiteY1" fmla="*/ 991254 h 2776171"/>
                <a:gd name="connsiteX2" fmla="*/ 11882346 w 12191999"/>
                <a:gd name="connsiteY2" fmla="*/ 994644 h 2776171"/>
                <a:gd name="connsiteX3" fmla="*/ 43214 w 12191999"/>
                <a:gd name="connsiteY3" fmla="*/ 2760976 h 2776171"/>
                <a:gd name="connsiteX4" fmla="*/ 0 w 12191999"/>
                <a:gd name="connsiteY4" fmla="*/ 2776171 h 2776171"/>
                <a:gd name="connsiteX5" fmla="*/ 0 w 12191999"/>
                <a:gd name="connsiteY5" fmla="*/ 2351226 h 2776171"/>
                <a:gd name="connsiteX6" fmla="*/ 43214 w 12191999"/>
                <a:gd name="connsiteY6" fmla="*/ 2331228 h 2776171"/>
                <a:gd name="connsiteX7" fmla="*/ 11882346 w 12191999"/>
                <a:gd name="connsiteY7" fmla="*/ 6710 h 277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1999" h="2776171">
                  <a:moveTo>
                    <a:pt x="12191999" y="0"/>
                  </a:moveTo>
                  <a:lnTo>
                    <a:pt x="12191999" y="991254"/>
                  </a:lnTo>
                  <a:lnTo>
                    <a:pt x="11882346" y="994644"/>
                  </a:lnTo>
                  <a:cubicBezTo>
                    <a:pt x="7179460" y="1097990"/>
                    <a:pt x="2990831" y="1759781"/>
                    <a:pt x="43214" y="2760976"/>
                  </a:cubicBezTo>
                  <a:lnTo>
                    <a:pt x="0" y="2776171"/>
                  </a:lnTo>
                  <a:lnTo>
                    <a:pt x="0" y="2351226"/>
                  </a:lnTo>
                  <a:lnTo>
                    <a:pt x="43214" y="2331228"/>
                  </a:lnTo>
                  <a:cubicBezTo>
                    <a:pt x="2990831" y="1013641"/>
                    <a:pt x="7179460" y="142714"/>
                    <a:pt x="11882346" y="6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189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257175" indent="-257175" defTabSz="671513">
                <a:buSzPct val="120000"/>
              </a:pPr>
              <a:endParaRPr lang="zh-CN" altLang="en-US" sz="1200">
                <a:cs typeface="+mn-ea"/>
                <a:sym typeface="+mn-lt"/>
              </a:endParaRPr>
            </a:p>
          </p:txBody>
        </p:sp>
        <p:sp>
          <p:nvSpPr>
            <p:cNvPr id="5" name="Title">
              <a:extLst>
                <a:ext uri="{FF2B5EF4-FFF2-40B4-BE49-F238E27FC236}">
                  <a16:creationId xmlns:a16="http://schemas.microsoft.com/office/drawing/2014/main" id="{019CD045-715C-15F5-8234-E7FF64CE61E4}"/>
                </a:ext>
              </a:extLst>
            </p:cNvPr>
            <p:cNvSpPr txBox="1">
              <a:spLocks/>
            </p:cNvSpPr>
            <p:nvPr/>
          </p:nvSpPr>
          <p:spPr>
            <a:xfrm>
              <a:off x="590429" y="1133308"/>
              <a:ext cx="7438023" cy="4677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68580" tIns="34290" rIns="68580" bIns="34290" anchor="t" anchorCtr="0">
              <a:normAutofit/>
            </a:bodyPr>
            <a:lstStyle/>
            <a:p>
              <a:pPr defTabSz="685324">
                <a:spcBef>
                  <a:spcPts val="0"/>
                </a:spcBef>
                <a:buSzPct val="25000"/>
                <a:defRPr/>
              </a:pPr>
              <a:endParaRPr lang="en-US" altLang="zh-CN" sz="1800" b="1">
                <a:cs typeface="+mn-ea"/>
                <a:sym typeface="+mn-lt"/>
              </a:endParaRPr>
            </a:p>
          </p:txBody>
        </p:sp>
        <p:grpSp>
          <p:nvGrpSpPr>
            <p:cNvPr id="6" name="组合 2">
              <a:extLst>
                <a:ext uri="{FF2B5EF4-FFF2-40B4-BE49-F238E27FC236}">
                  <a16:creationId xmlns:a16="http://schemas.microsoft.com/office/drawing/2014/main" id="{D7393148-9ACE-D29B-6AAE-C93CC953C698}"/>
                </a:ext>
              </a:extLst>
            </p:cNvPr>
            <p:cNvGrpSpPr/>
            <p:nvPr/>
          </p:nvGrpSpPr>
          <p:grpSpPr>
            <a:xfrm>
              <a:off x="697892" y="2474539"/>
              <a:ext cx="2253000" cy="2012832"/>
              <a:chOff x="697892" y="2474539"/>
              <a:chExt cx="2253000" cy="2012832"/>
            </a:xfrm>
          </p:grpSpPr>
          <p:sp>
            <p:nvSpPr>
              <p:cNvPr id="32" name="ComponentBackground1">
                <a:extLst>
                  <a:ext uri="{FF2B5EF4-FFF2-40B4-BE49-F238E27FC236}">
                    <a16:creationId xmlns:a16="http://schemas.microsoft.com/office/drawing/2014/main" id="{8D735DA7-DA9B-DAD3-03AF-A9CB03DC9067}"/>
                  </a:ext>
                </a:extLst>
              </p:cNvPr>
              <p:cNvSpPr/>
              <p:nvPr/>
            </p:nvSpPr>
            <p:spPr>
              <a:xfrm>
                <a:off x="697892" y="2683746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33" name="Text1">
                <a:extLst>
                  <a:ext uri="{FF2B5EF4-FFF2-40B4-BE49-F238E27FC236}">
                    <a16:creationId xmlns:a16="http://schemas.microsoft.com/office/drawing/2014/main" id="{3E0D6FF7-D7A8-F0EA-EC29-1A20865B3BC7}"/>
                  </a:ext>
                </a:extLst>
              </p:cNvPr>
              <p:cNvSpPr txBox="1"/>
              <p:nvPr/>
            </p:nvSpPr>
            <p:spPr>
              <a:xfrm>
                <a:off x="778356" y="2992343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sv-SE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项目</a:t>
                </a:r>
                <a:r>
                  <a:rPr lang="zh-CN" altLang="en-US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启动</a:t>
                </a:r>
                <a:endParaRPr lang="sv-SE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Bullet1">
                <a:extLst>
                  <a:ext uri="{FF2B5EF4-FFF2-40B4-BE49-F238E27FC236}">
                    <a16:creationId xmlns:a16="http://schemas.microsoft.com/office/drawing/2014/main" id="{8F2DFBA5-BA6D-44A7-CFF0-A2E35314F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821" y="2474539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2025.11</a:t>
                </a:r>
              </a:p>
            </p:txBody>
          </p:sp>
          <p:sp>
            <p:nvSpPr>
              <p:cNvPr id="35" name="Line1">
                <a:extLst>
                  <a:ext uri="{FF2B5EF4-FFF2-40B4-BE49-F238E27FC236}">
                    <a16:creationId xmlns:a16="http://schemas.microsoft.com/office/drawing/2014/main" id="{1EBBBF4C-56B9-880E-C635-A1915E611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392" y="4004585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5">
              <a:extLst>
                <a:ext uri="{FF2B5EF4-FFF2-40B4-BE49-F238E27FC236}">
                  <a16:creationId xmlns:a16="http://schemas.microsoft.com/office/drawing/2014/main" id="{56E69C61-FC58-64DC-5F27-44CE2C4DF966}"/>
                </a:ext>
              </a:extLst>
            </p:cNvPr>
            <p:cNvGrpSpPr/>
            <p:nvPr/>
          </p:nvGrpSpPr>
          <p:grpSpPr>
            <a:xfrm>
              <a:off x="2742800" y="4418227"/>
              <a:ext cx="2253000" cy="1715875"/>
              <a:chOff x="2742800" y="4418227"/>
              <a:chExt cx="2253000" cy="1715875"/>
            </a:xfrm>
          </p:grpSpPr>
          <p:sp>
            <p:nvSpPr>
              <p:cNvPr id="28" name="ComponentBackground2">
                <a:extLst>
                  <a:ext uri="{FF2B5EF4-FFF2-40B4-BE49-F238E27FC236}">
                    <a16:creationId xmlns:a16="http://schemas.microsoft.com/office/drawing/2014/main" id="{6B318BEB-296D-BAF6-412A-40FA50283FB4}"/>
                  </a:ext>
                </a:extLst>
              </p:cNvPr>
              <p:cNvSpPr/>
              <p:nvPr/>
            </p:nvSpPr>
            <p:spPr>
              <a:xfrm flipV="1">
                <a:off x="2742800" y="4729121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29" name="Text2">
                <a:extLst>
                  <a:ext uri="{FF2B5EF4-FFF2-40B4-BE49-F238E27FC236}">
                    <a16:creationId xmlns:a16="http://schemas.microsoft.com/office/drawing/2014/main" id="{51AA161F-1093-7B5B-96E1-253B1DAC3441}"/>
                  </a:ext>
                </a:extLst>
              </p:cNvPr>
              <p:cNvSpPr txBox="1"/>
              <p:nvPr/>
            </p:nvSpPr>
            <p:spPr>
              <a:xfrm>
                <a:off x="2823264" y="5020193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en-US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软件开发框架确认</a:t>
                </a: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0" name="Bullet2">
                <a:extLst>
                  <a:ext uri="{FF2B5EF4-FFF2-40B4-BE49-F238E27FC236}">
                    <a16:creationId xmlns:a16="http://schemas.microsoft.com/office/drawing/2014/main" id="{1EFD8D50-606F-8544-54DA-19F375B0B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729" y="5715687"/>
                <a:ext cx="1931143" cy="41841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202</a:t>
                </a:r>
                <a:r>
                  <a:rPr lang="en-US" altLang="zh-CN" sz="1050" b="1">
                    <a:solidFill>
                      <a:srgbClr val="FFFFFF"/>
                    </a:solidFill>
                    <a:cs typeface="+mn-ea"/>
                    <a:sym typeface="+mn-lt"/>
                  </a:rPr>
                  <a:t>5.12</a:t>
                </a:r>
                <a:endParaRPr lang="en-US" sz="105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Line2">
                <a:extLst>
                  <a:ext uri="{FF2B5EF4-FFF2-40B4-BE49-F238E27FC236}">
                    <a16:creationId xmlns:a16="http://schemas.microsoft.com/office/drawing/2014/main" id="{9AA6D190-DD37-F747-C212-15992F0841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9300" y="4418227"/>
                <a:ext cx="0" cy="210923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3">
              <a:extLst>
                <a:ext uri="{FF2B5EF4-FFF2-40B4-BE49-F238E27FC236}">
                  <a16:creationId xmlns:a16="http://schemas.microsoft.com/office/drawing/2014/main" id="{0E7B2504-20EB-AE73-E21D-A659DFEA0669}"/>
                </a:ext>
              </a:extLst>
            </p:cNvPr>
            <p:cNvGrpSpPr/>
            <p:nvPr/>
          </p:nvGrpSpPr>
          <p:grpSpPr>
            <a:xfrm>
              <a:off x="4670027" y="1964603"/>
              <a:ext cx="2253000" cy="2012832"/>
              <a:chOff x="4670027" y="1964603"/>
              <a:chExt cx="2253000" cy="2012832"/>
            </a:xfrm>
          </p:grpSpPr>
          <p:sp>
            <p:nvSpPr>
              <p:cNvPr id="24" name="ComponentBackground3">
                <a:extLst>
                  <a:ext uri="{FF2B5EF4-FFF2-40B4-BE49-F238E27FC236}">
                    <a16:creationId xmlns:a16="http://schemas.microsoft.com/office/drawing/2014/main" id="{8B45181E-4EF7-D212-4F1D-7FD5620DDCE3}"/>
                  </a:ext>
                </a:extLst>
              </p:cNvPr>
              <p:cNvSpPr/>
              <p:nvPr/>
            </p:nvSpPr>
            <p:spPr>
              <a:xfrm>
                <a:off x="4670027" y="2173810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25" name="Text3">
                <a:extLst>
                  <a:ext uri="{FF2B5EF4-FFF2-40B4-BE49-F238E27FC236}">
                    <a16:creationId xmlns:a16="http://schemas.microsoft.com/office/drawing/2014/main" id="{76435BB9-4157-6F73-A2C0-66DD39E83FB0}"/>
                  </a:ext>
                </a:extLst>
              </p:cNvPr>
              <p:cNvSpPr txBox="1"/>
              <p:nvPr/>
            </p:nvSpPr>
            <p:spPr>
              <a:xfrm>
                <a:off x="4750491" y="2482407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zh-CN" altLang="pt-BR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可视化</a:t>
                </a:r>
                <a:r>
                  <a:rPr lang="en-US" altLang="zh-CN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UI</a:t>
                </a:r>
                <a:r>
                  <a:rPr lang="zh-CN" altLang="en-US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 </a:t>
                </a:r>
                <a:r>
                  <a:rPr lang="en-US" altLang="zh-CN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DEMO</a:t>
                </a:r>
                <a:r>
                  <a:rPr lang="zh-CN" altLang="en-US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版本初版</a:t>
                </a: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6" name="Bullet3">
                <a:extLst>
                  <a:ext uri="{FF2B5EF4-FFF2-40B4-BE49-F238E27FC236}">
                    <a16:creationId xmlns:a16="http://schemas.microsoft.com/office/drawing/2014/main" id="{1B07DDD2-259C-0CA8-18B1-673A1FECC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0956" y="1964603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altLang="zh-CN" sz="1050" b="1">
                    <a:solidFill>
                      <a:srgbClr val="FFFFFF"/>
                    </a:solidFill>
                    <a:cs typeface="+mn-ea"/>
                    <a:sym typeface="+mn-lt"/>
                  </a:rPr>
                  <a:t>2026.03</a:t>
                </a:r>
                <a:endParaRPr lang="en-US" sz="105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Line3">
                <a:extLst>
                  <a:ext uri="{FF2B5EF4-FFF2-40B4-BE49-F238E27FC236}">
                    <a16:creationId xmlns:a16="http://schemas.microsoft.com/office/drawing/2014/main" id="{890BED80-FAFD-B6FB-DF1E-E84767A17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6527" y="3494649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6">
              <a:extLst>
                <a:ext uri="{FF2B5EF4-FFF2-40B4-BE49-F238E27FC236}">
                  <a16:creationId xmlns:a16="http://schemas.microsoft.com/office/drawing/2014/main" id="{81955860-99DF-B4C5-963F-EA1929AD213E}"/>
                </a:ext>
              </a:extLst>
            </p:cNvPr>
            <p:cNvGrpSpPr/>
            <p:nvPr/>
          </p:nvGrpSpPr>
          <p:grpSpPr>
            <a:xfrm>
              <a:off x="6004350" y="4107688"/>
              <a:ext cx="2253000" cy="2012832"/>
              <a:chOff x="6004350" y="4107688"/>
              <a:chExt cx="2253000" cy="2012832"/>
            </a:xfrm>
          </p:grpSpPr>
          <p:sp>
            <p:nvSpPr>
              <p:cNvPr id="20" name="ComponentBackground4">
                <a:extLst>
                  <a:ext uri="{FF2B5EF4-FFF2-40B4-BE49-F238E27FC236}">
                    <a16:creationId xmlns:a16="http://schemas.microsoft.com/office/drawing/2014/main" id="{542F9C1C-7A80-26D5-D462-ADA2B24E959E}"/>
                  </a:ext>
                </a:extLst>
              </p:cNvPr>
              <p:cNvSpPr/>
              <p:nvPr/>
            </p:nvSpPr>
            <p:spPr>
              <a:xfrm flipV="1">
                <a:off x="6004350" y="4715541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21" name="Text4">
                <a:extLst>
                  <a:ext uri="{FF2B5EF4-FFF2-40B4-BE49-F238E27FC236}">
                    <a16:creationId xmlns:a16="http://schemas.microsoft.com/office/drawing/2014/main" id="{571A730D-CAE5-57ED-9BCC-A2035569D9DC}"/>
                  </a:ext>
                </a:extLst>
              </p:cNvPr>
              <p:cNvSpPr txBox="1"/>
              <p:nvPr/>
            </p:nvSpPr>
            <p:spPr>
              <a:xfrm>
                <a:off x="6084814" y="5006613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Bullet4">
                <a:extLst>
                  <a:ext uri="{FF2B5EF4-FFF2-40B4-BE49-F238E27FC236}">
                    <a16:creationId xmlns:a16="http://schemas.microsoft.com/office/drawing/2014/main" id="{DB2ED709-04C4-0773-955E-6C366BF3F5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5279" y="5702106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TBD</a:t>
                </a:r>
              </a:p>
            </p:txBody>
          </p:sp>
          <p:sp>
            <p:nvSpPr>
              <p:cNvPr id="23" name="Line4">
                <a:extLst>
                  <a:ext uri="{FF2B5EF4-FFF2-40B4-BE49-F238E27FC236}">
                    <a16:creationId xmlns:a16="http://schemas.microsoft.com/office/drawing/2014/main" id="{ED1001B1-7992-91ED-4B54-30159BB51A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30850" y="4107688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4">
              <a:extLst>
                <a:ext uri="{FF2B5EF4-FFF2-40B4-BE49-F238E27FC236}">
                  <a16:creationId xmlns:a16="http://schemas.microsoft.com/office/drawing/2014/main" id="{230A6F6F-3B31-A8CE-67D9-2FDA98ABC452}"/>
                </a:ext>
              </a:extLst>
            </p:cNvPr>
            <p:cNvGrpSpPr/>
            <p:nvPr/>
          </p:nvGrpSpPr>
          <p:grpSpPr>
            <a:xfrm>
              <a:off x="8774450" y="1601092"/>
              <a:ext cx="2253000" cy="2012832"/>
              <a:chOff x="8774450" y="1601092"/>
              <a:chExt cx="2253000" cy="2012832"/>
            </a:xfrm>
          </p:grpSpPr>
          <p:sp>
            <p:nvSpPr>
              <p:cNvPr id="16" name="ComponentBackground5">
                <a:extLst>
                  <a:ext uri="{FF2B5EF4-FFF2-40B4-BE49-F238E27FC236}">
                    <a16:creationId xmlns:a16="http://schemas.microsoft.com/office/drawing/2014/main" id="{B82B6C9C-6D75-D314-6659-ED2EC6C56872}"/>
                  </a:ext>
                </a:extLst>
              </p:cNvPr>
              <p:cNvSpPr/>
              <p:nvPr/>
            </p:nvSpPr>
            <p:spPr>
              <a:xfrm>
                <a:off x="8774450" y="1810299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17" name="Text5">
                <a:extLst>
                  <a:ext uri="{FF2B5EF4-FFF2-40B4-BE49-F238E27FC236}">
                    <a16:creationId xmlns:a16="http://schemas.microsoft.com/office/drawing/2014/main" id="{02D415B4-195F-8D1B-56A7-97A61F563C34}"/>
                  </a:ext>
                </a:extLst>
              </p:cNvPr>
              <p:cNvSpPr txBox="1"/>
              <p:nvPr/>
            </p:nvSpPr>
            <p:spPr>
              <a:xfrm>
                <a:off x="8854914" y="2118896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Bullet5">
                <a:extLst>
                  <a:ext uri="{FF2B5EF4-FFF2-40B4-BE49-F238E27FC236}">
                    <a16:creationId xmlns:a16="http://schemas.microsoft.com/office/drawing/2014/main" id="{F7705B49-DF13-AA3A-DEF7-0D5F04F69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5379" y="1601092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TBD</a:t>
                </a:r>
              </a:p>
            </p:txBody>
          </p:sp>
          <p:sp>
            <p:nvSpPr>
              <p:cNvPr id="19" name="Line5">
                <a:extLst>
                  <a:ext uri="{FF2B5EF4-FFF2-40B4-BE49-F238E27FC236}">
                    <a16:creationId xmlns:a16="http://schemas.microsoft.com/office/drawing/2014/main" id="{8DC7D4AC-CF56-D616-A770-C1D1295F14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00950" y="3131138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7">
              <a:extLst>
                <a:ext uri="{FF2B5EF4-FFF2-40B4-BE49-F238E27FC236}">
                  <a16:creationId xmlns:a16="http://schemas.microsoft.com/office/drawing/2014/main" id="{0C505E94-F215-19EB-0873-F1E31EC295D6}"/>
                </a:ext>
              </a:extLst>
            </p:cNvPr>
            <p:cNvGrpSpPr/>
            <p:nvPr/>
          </p:nvGrpSpPr>
          <p:grpSpPr>
            <a:xfrm>
              <a:off x="9265900" y="3967979"/>
              <a:ext cx="2253000" cy="2012832"/>
              <a:chOff x="9265900" y="3967979"/>
              <a:chExt cx="2253000" cy="2012832"/>
            </a:xfrm>
          </p:grpSpPr>
          <p:sp>
            <p:nvSpPr>
              <p:cNvPr id="12" name="ComponentBackground6">
                <a:extLst>
                  <a:ext uri="{FF2B5EF4-FFF2-40B4-BE49-F238E27FC236}">
                    <a16:creationId xmlns:a16="http://schemas.microsoft.com/office/drawing/2014/main" id="{EAF809E9-6D40-0A58-8355-6BF123D9A047}"/>
                  </a:ext>
                </a:extLst>
              </p:cNvPr>
              <p:cNvSpPr/>
              <p:nvPr/>
            </p:nvSpPr>
            <p:spPr>
              <a:xfrm flipV="1">
                <a:off x="9265900" y="4575832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13" name="Text6">
                <a:extLst>
                  <a:ext uri="{FF2B5EF4-FFF2-40B4-BE49-F238E27FC236}">
                    <a16:creationId xmlns:a16="http://schemas.microsoft.com/office/drawing/2014/main" id="{D275E271-68EF-9529-3343-0CAF6C885257}"/>
                  </a:ext>
                </a:extLst>
              </p:cNvPr>
              <p:cNvSpPr txBox="1"/>
              <p:nvPr/>
            </p:nvSpPr>
            <p:spPr>
              <a:xfrm>
                <a:off x="9346364" y="4866904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Bullet6">
                <a:extLst>
                  <a:ext uri="{FF2B5EF4-FFF2-40B4-BE49-F238E27FC236}">
                    <a16:creationId xmlns:a16="http://schemas.microsoft.com/office/drawing/2014/main" id="{D01E9149-B4D3-0251-64C4-A696A9330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6829" y="5562397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TBD</a:t>
                </a:r>
              </a:p>
            </p:txBody>
          </p:sp>
          <p:sp>
            <p:nvSpPr>
              <p:cNvPr id="15" name="Line6">
                <a:extLst>
                  <a:ext uri="{FF2B5EF4-FFF2-40B4-BE49-F238E27FC236}">
                    <a16:creationId xmlns:a16="http://schemas.microsoft.com/office/drawing/2014/main" id="{1ABD1932-F50E-BDE2-4D29-EDAD639CB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92400" y="3967979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28055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6B8D4B4-2581-5785-EE1E-226D432D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356C-9684-E27B-25D1-2473B3D7A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Project plan</a:t>
            </a:r>
            <a:endParaRPr lang="zh-CN" altLang="en-US"/>
          </a:p>
        </p:txBody>
      </p:sp>
      <p:grpSp>
        <p:nvGrpSpPr>
          <p:cNvPr id="3" name="组合 10">
            <a:extLst>
              <a:ext uri="{FF2B5EF4-FFF2-40B4-BE49-F238E27FC236}">
                <a16:creationId xmlns:a16="http://schemas.microsoft.com/office/drawing/2014/main" id="{BEEFF5FE-0301-E9B9-8DED-0A9EC9F08581}"/>
              </a:ext>
            </a:extLst>
          </p:cNvPr>
          <p:cNvGrpSpPr/>
          <p:nvPr/>
        </p:nvGrpSpPr>
        <p:grpSpPr>
          <a:xfrm>
            <a:off x="2" y="849982"/>
            <a:ext cx="9143998" cy="3750595"/>
            <a:chOff x="2" y="1133308"/>
            <a:chExt cx="12191998" cy="5000794"/>
          </a:xfrm>
        </p:grpSpPr>
        <p:sp>
          <p:nvSpPr>
            <p:cNvPr id="4" name="islide-7">
              <a:extLst>
                <a:ext uri="{FF2B5EF4-FFF2-40B4-BE49-F238E27FC236}">
                  <a16:creationId xmlns:a16="http://schemas.microsoft.com/office/drawing/2014/main" id="{AFFAC6E1-EB7E-9DE4-F939-E2E736FED95E}"/>
                </a:ext>
              </a:extLst>
            </p:cNvPr>
            <p:cNvSpPr/>
            <p:nvPr/>
          </p:nvSpPr>
          <p:spPr>
            <a:xfrm>
              <a:off x="2" y="3378448"/>
              <a:ext cx="12191998" cy="1747704"/>
            </a:xfrm>
            <a:custGeom>
              <a:avLst/>
              <a:gdLst>
                <a:gd name="connsiteX0" fmla="*/ 12191999 w 12191999"/>
                <a:gd name="connsiteY0" fmla="*/ 0 h 2776171"/>
                <a:gd name="connsiteX1" fmla="*/ 12191999 w 12191999"/>
                <a:gd name="connsiteY1" fmla="*/ 991254 h 2776171"/>
                <a:gd name="connsiteX2" fmla="*/ 11882346 w 12191999"/>
                <a:gd name="connsiteY2" fmla="*/ 994644 h 2776171"/>
                <a:gd name="connsiteX3" fmla="*/ 43214 w 12191999"/>
                <a:gd name="connsiteY3" fmla="*/ 2760976 h 2776171"/>
                <a:gd name="connsiteX4" fmla="*/ 0 w 12191999"/>
                <a:gd name="connsiteY4" fmla="*/ 2776171 h 2776171"/>
                <a:gd name="connsiteX5" fmla="*/ 0 w 12191999"/>
                <a:gd name="connsiteY5" fmla="*/ 2351226 h 2776171"/>
                <a:gd name="connsiteX6" fmla="*/ 43214 w 12191999"/>
                <a:gd name="connsiteY6" fmla="*/ 2331228 h 2776171"/>
                <a:gd name="connsiteX7" fmla="*/ 11882346 w 12191999"/>
                <a:gd name="connsiteY7" fmla="*/ 6710 h 277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1999" h="2776171">
                  <a:moveTo>
                    <a:pt x="12191999" y="0"/>
                  </a:moveTo>
                  <a:lnTo>
                    <a:pt x="12191999" y="991254"/>
                  </a:lnTo>
                  <a:lnTo>
                    <a:pt x="11882346" y="994644"/>
                  </a:lnTo>
                  <a:cubicBezTo>
                    <a:pt x="7179460" y="1097990"/>
                    <a:pt x="2990831" y="1759781"/>
                    <a:pt x="43214" y="2760976"/>
                  </a:cubicBezTo>
                  <a:lnTo>
                    <a:pt x="0" y="2776171"/>
                  </a:lnTo>
                  <a:lnTo>
                    <a:pt x="0" y="2351226"/>
                  </a:lnTo>
                  <a:lnTo>
                    <a:pt x="43214" y="2331228"/>
                  </a:lnTo>
                  <a:cubicBezTo>
                    <a:pt x="2990831" y="1013641"/>
                    <a:pt x="7179460" y="142714"/>
                    <a:pt x="11882346" y="671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18900000" scaled="1"/>
              <a:tileRect/>
            </a:gradFill>
            <a:ln w="57150" cap="rnd">
              <a:noFill/>
              <a:prstDash val="solid"/>
              <a:round/>
            </a:ln>
            <a:effectLst>
              <a:outerShdw blurRad="254000" dist="1270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68580" tIns="34290" rIns="68580" bIns="34290" numCol="1" spcCol="0" rtlCol="0" fromWordArt="0" anchor="ctr" anchorCtr="0" forceAA="0" compatLnSpc="1">
              <a:noAutofit/>
            </a:bodyPr>
            <a:lstStyle/>
            <a:p>
              <a:pPr marL="257175" indent="-257175" defTabSz="671513">
                <a:buSzPct val="120000"/>
              </a:pPr>
              <a:endParaRPr lang="zh-CN" altLang="en-US" sz="1200">
                <a:cs typeface="+mn-ea"/>
                <a:sym typeface="+mn-lt"/>
              </a:endParaRPr>
            </a:p>
          </p:txBody>
        </p:sp>
        <p:sp>
          <p:nvSpPr>
            <p:cNvPr id="5" name="Title">
              <a:extLst>
                <a:ext uri="{FF2B5EF4-FFF2-40B4-BE49-F238E27FC236}">
                  <a16:creationId xmlns:a16="http://schemas.microsoft.com/office/drawing/2014/main" id="{19F62DF3-1578-871A-293E-732E1FCA3C91}"/>
                </a:ext>
              </a:extLst>
            </p:cNvPr>
            <p:cNvSpPr txBox="1">
              <a:spLocks/>
            </p:cNvSpPr>
            <p:nvPr/>
          </p:nvSpPr>
          <p:spPr>
            <a:xfrm>
              <a:off x="590429" y="1133308"/>
              <a:ext cx="7438023" cy="46778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68580" tIns="34290" rIns="68580" bIns="34290" anchor="t" anchorCtr="0">
              <a:normAutofit/>
            </a:bodyPr>
            <a:lstStyle/>
            <a:p>
              <a:pPr defTabSz="685324">
                <a:spcBef>
                  <a:spcPts val="0"/>
                </a:spcBef>
                <a:buSzPct val="25000"/>
                <a:defRPr/>
              </a:pPr>
              <a:endParaRPr lang="en-US" altLang="zh-CN" sz="1800" b="1">
                <a:cs typeface="+mn-ea"/>
                <a:sym typeface="+mn-lt"/>
              </a:endParaRPr>
            </a:p>
          </p:txBody>
        </p:sp>
        <p:grpSp>
          <p:nvGrpSpPr>
            <p:cNvPr id="6" name="组合 2">
              <a:extLst>
                <a:ext uri="{FF2B5EF4-FFF2-40B4-BE49-F238E27FC236}">
                  <a16:creationId xmlns:a16="http://schemas.microsoft.com/office/drawing/2014/main" id="{D246ED56-2CCE-EE5D-A001-C6FE02446FEE}"/>
                </a:ext>
              </a:extLst>
            </p:cNvPr>
            <p:cNvGrpSpPr/>
            <p:nvPr/>
          </p:nvGrpSpPr>
          <p:grpSpPr>
            <a:xfrm>
              <a:off x="697892" y="2474539"/>
              <a:ext cx="2253000" cy="2012832"/>
              <a:chOff x="697892" y="2474539"/>
              <a:chExt cx="2253000" cy="2012832"/>
            </a:xfrm>
          </p:grpSpPr>
          <p:sp>
            <p:nvSpPr>
              <p:cNvPr id="32" name="ComponentBackground1">
                <a:extLst>
                  <a:ext uri="{FF2B5EF4-FFF2-40B4-BE49-F238E27FC236}">
                    <a16:creationId xmlns:a16="http://schemas.microsoft.com/office/drawing/2014/main" id="{06238F2C-0772-218B-97CB-B91C902410EF}"/>
                  </a:ext>
                </a:extLst>
              </p:cNvPr>
              <p:cNvSpPr/>
              <p:nvPr/>
            </p:nvSpPr>
            <p:spPr>
              <a:xfrm>
                <a:off x="697892" y="2683746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33" name="Text1">
                <a:extLst>
                  <a:ext uri="{FF2B5EF4-FFF2-40B4-BE49-F238E27FC236}">
                    <a16:creationId xmlns:a16="http://schemas.microsoft.com/office/drawing/2014/main" id="{B4D5D9EE-1203-22DF-B4E1-EE9D0A3A49C6}"/>
                  </a:ext>
                </a:extLst>
              </p:cNvPr>
              <p:cNvSpPr txBox="1"/>
              <p:nvPr/>
            </p:nvSpPr>
            <p:spPr>
              <a:xfrm>
                <a:off x="778356" y="2992343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Project Established</a:t>
                </a:r>
                <a:endParaRPr lang="sv-SE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4" name="Bullet1">
                <a:extLst>
                  <a:ext uri="{FF2B5EF4-FFF2-40B4-BE49-F238E27FC236}">
                    <a16:creationId xmlns:a16="http://schemas.microsoft.com/office/drawing/2014/main" id="{37C42930-B5C4-6BEC-FF83-80113C84C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821" y="2474539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2025.11</a:t>
                </a:r>
              </a:p>
            </p:txBody>
          </p:sp>
          <p:sp>
            <p:nvSpPr>
              <p:cNvPr id="35" name="Line1">
                <a:extLst>
                  <a:ext uri="{FF2B5EF4-FFF2-40B4-BE49-F238E27FC236}">
                    <a16:creationId xmlns:a16="http://schemas.microsoft.com/office/drawing/2014/main" id="{5C272B33-9BDC-0E85-6F78-FD09308787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24392" y="4004585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7" name="组合 5">
              <a:extLst>
                <a:ext uri="{FF2B5EF4-FFF2-40B4-BE49-F238E27FC236}">
                  <a16:creationId xmlns:a16="http://schemas.microsoft.com/office/drawing/2014/main" id="{7AAC47F0-3BF5-5F54-D1C1-372B29FE6883}"/>
                </a:ext>
              </a:extLst>
            </p:cNvPr>
            <p:cNvGrpSpPr/>
            <p:nvPr/>
          </p:nvGrpSpPr>
          <p:grpSpPr>
            <a:xfrm>
              <a:off x="2742800" y="4418227"/>
              <a:ext cx="2253000" cy="1715875"/>
              <a:chOff x="2742800" y="4418227"/>
              <a:chExt cx="2253000" cy="1715875"/>
            </a:xfrm>
          </p:grpSpPr>
          <p:sp>
            <p:nvSpPr>
              <p:cNvPr id="28" name="ComponentBackground2">
                <a:extLst>
                  <a:ext uri="{FF2B5EF4-FFF2-40B4-BE49-F238E27FC236}">
                    <a16:creationId xmlns:a16="http://schemas.microsoft.com/office/drawing/2014/main" id="{0C3BA733-E248-415C-C6D3-548E297D5FF5}"/>
                  </a:ext>
                </a:extLst>
              </p:cNvPr>
              <p:cNvSpPr/>
              <p:nvPr/>
            </p:nvSpPr>
            <p:spPr>
              <a:xfrm flipV="1">
                <a:off x="2742800" y="4729121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29" name="Text2">
                <a:extLst>
                  <a:ext uri="{FF2B5EF4-FFF2-40B4-BE49-F238E27FC236}">
                    <a16:creationId xmlns:a16="http://schemas.microsoft.com/office/drawing/2014/main" id="{9C134065-C703-E07D-8BCA-B5DF6D642923}"/>
                  </a:ext>
                </a:extLst>
              </p:cNvPr>
              <p:cNvSpPr txBox="1"/>
              <p:nvPr/>
            </p:nvSpPr>
            <p:spPr>
              <a:xfrm>
                <a:off x="2823264" y="5020193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Confirm Design Framework </a:t>
                </a: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30" name="Bullet2">
                <a:extLst>
                  <a:ext uri="{FF2B5EF4-FFF2-40B4-BE49-F238E27FC236}">
                    <a16:creationId xmlns:a16="http://schemas.microsoft.com/office/drawing/2014/main" id="{0FF79B8C-3703-1E1A-1729-98C775A3E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3729" y="5715687"/>
                <a:ext cx="1931143" cy="418415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202</a:t>
                </a:r>
                <a:r>
                  <a:rPr lang="en-US" altLang="zh-CN" sz="1050" b="1">
                    <a:solidFill>
                      <a:srgbClr val="FFFFFF"/>
                    </a:solidFill>
                    <a:cs typeface="+mn-ea"/>
                    <a:sym typeface="+mn-lt"/>
                  </a:rPr>
                  <a:t>5.12</a:t>
                </a:r>
                <a:endParaRPr lang="en-US" sz="105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Line2">
                <a:extLst>
                  <a:ext uri="{FF2B5EF4-FFF2-40B4-BE49-F238E27FC236}">
                    <a16:creationId xmlns:a16="http://schemas.microsoft.com/office/drawing/2014/main" id="{3FEB4801-CA16-A8BF-063A-DB8C01CA3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9300" y="4418227"/>
                <a:ext cx="0" cy="210923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8" name="组合 3">
              <a:extLst>
                <a:ext uri="{FF2B5EF4-FFF2-40B4-BE49-F238E27FC236}">
                  <a16:creationId xmlns:a16="http://schemas.microsoft.com/office/drawing/2014/main" id="{1D4BCA80-2D84-B5EE-EFD3-EEDC1C8BBE71}"/>
                </a:ext>
              </a:extLst>
            </p:cNvPr>
            <p:cNvGrpSpPr/>
            <p:nvPr/>
          </p:nvGrpSpPr>
          <p:grpSpPr>
            <a:xfrm>
              <a:off x="4670027" y="1964603"/>
              <a:ext cx="2253000" cy="2012832"/>
              <a:chOff x="4670027" y="1964603"/>
              <a:chExt cx="2253000" cy="2012832"/>
            </a:xfrm>
          </p:grpSpPr>
          <p:sp>
            <p:nvSpPr>
              <p:cNvPr id="24" name="ComponentBackground3">
                <a:extLst>
                  <a:ext uri="{FF2B5EF4-FFF2-40B4-BE49-F238E27FC236}">
                    <a16:creationId xmlns:a16="http://schemas.microsoft.com/office/drawing/2014/main" id="{85CA9409-D707-A21A-3113-4848C51289AF}"/>
                  </a:ext>
                </a:extLst>
              </p:cNvPr>
              <p:cNvSpPr/>
              <p:nvPr/>
            </p:nvSpPr>
            <p:spPr>
              <a:xfrm>
                <a:off x="4670027" y="2173810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25" name="Text3">
                <a:extLst>
                  <a:ext uri="{FF2B5EF4-FFF2-40B4-BE49-F238E27FC236}">
                    <a16:creationId xmlns:a16="http://schemas.microsoft.com/office/drawing/2014/main" id="{334004CF-9FAF-FFB1-C3A0-7687FE6096F8}"/>
                  </a:ext>
                </a:extLst>
              </p:cNvPr>
              <p:cNvSpPr txBox="1"/>
              <p:nvPr/>
            </p:nvSpPr>
            <p:spPr>
              <a:xfrm>
                <a:off x="4750491" y="2482407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altLang="zh-CN" sz="90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User Interface DEMO</a:t>
                </a:r>
              </a:p>
            </p:txBody>
          </p:sp>
          <p:sp>
            <p:nvSpPr>
              <p:cNvPr id="26" name="Bullet3">
                <a:extLst>
                  <a:ext uri="{FF2B5EF4-FFF2-40B4-BE49-F238E27FC236}">
                    <a16:creationId xmlns:a16="http://schemas.microsoft.com/office/drawing/2014/main" id="{F6E890A2-F72A-0F72-9A6D-42DF76629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30956" y="1964603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altLang="zh-CN" sz="1050" b="1">
                    <a:solidFill>
                      <a:srgbClr val="FFFFFF"/>
                    </a:solidFill>
                    <a:cs typeface="+mn-ea"/>
                    <a:sym typeface="+mn-lt"/>
                  </a:rPr>
                  <a:t>2026.03</a:t>
                </a:r>
                <a:endParaRPr lang="en-US" sz="1050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Line3">
                <a:extLst>
                  <a:ext uri="{FF2B5EF4-FFF2-40B4-BE49-F238E27FC236}">
                    <a16:creationId xmlns:a16="http://schemas.microsoft.com/office/drawing/2014/main" id="{6C8005FD-64C9-1A4A-20C2-AC0A903751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6527" y="3494649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组合 6">
              <a:extLst>
                <a:ext uri="{FF2B5EF4-FFF2-40B4-BE49-F238E27FC236}">
                  <a16:creationId xmlns:a16="http://schemas.microsoft.com/office/drawing/2014/main" id="{6CDF11F8-ACCB-9C98-20F0-62D32189B996}"/>
                </a:ext>
              </a:extLst>
            </p:cNvPr>
            <p:cNvGrpSpPr/>
            <p:nvPr/>
          </p:nvGrpSpPr>
          <p:grpSpPr>
            <a:xfrm>
              <a:off x="6004350" y="4107688"/>
              <a:ext cx="2253000" cy="2012832"/>
              <a:chOff x="6004350" y="4107688"/>
              <a:chExt cx="2253000" cy="2012832"/>
            </a:xfrm>
          </p:grpSpPr>
          <p:sp>
            <p:nvSpPr>
              <p:cNvPr id="20" name="ComponentBackground4">
                <a:extLst>
                  <a:ext uri="{FF2B5EF4-FFF2-40B4-BE49-F238E27FC236}">
                    <a16:creationId xmlns:a16="http://schemas.microsoft.com/office/drawing/2014/main" id="{7816B5E3-93BB-4CC0-C8B2-28A2E46A3202}"/>
                  </a:ext>
                </a:extLst>
              </p:cNvPr>
              <p:cNvSpPr/>
              <p:nvPr/>
            </p:nvSpPr>
            <p:spPr>
              <a:xfrm flipV="1">
                <a:off x="6004350" y="4715541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21" name="Text4">
                <a:extLst>
                  <a:ext uri="{FF2B5EF4-FFF2-40B4-BE49-F238E27FC236}">
                    <a16:creationId xmlns:a16="http://schemas.microsoft.com/office/drawing/2014/main" id="{749ACA32-5554-6D90-AC65-E16DEDFF2C2E}"/>
                  </a:ext>
                </a:extLst>
              </p:cNvPr>
              <p:cNvSpPr txBox="1"/>
              <p:nvPr/>
            </p:nvSpPr>
            <p:spPr>
              <a:xfrm>
                <a:off x="6084814" y="5006613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22" name="Bullet4">
                <a:extLst>
                  <a:ext uri="{FF2B5EF4-FFF2-40B4-BE49-F238E27FC236}">
                    <a16:creationId xmlns:a16="http://schemas.microsoft.com/office/drawing/2014/main" id="{767F0014-8AC2-5936-5D0A-E15744FA5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5279" y="5702106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TBD</a:t>
                </a:r>
              </a:p>
            </p:txBody>
          </p:sp>
          <p:sp>
            <p:nvSpPr>
              <p:cNvPr id="23" name="Line4">
                <a:extLst>
                  <a:ext uri="{FF2B5EF4-FFF2-40B4-BE49-F238E27FC236}">
                    <a16:creationId xmlns:a16="http://schemas.microsoft.com/office/drawing/2014/main" id="{5DF066A5-461C-3081-B83E-AEDD9CD04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30850" y="4107688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4">
              <a:extLst>
                <a:ext uri="{FF2B5EF4-FFF2-40B4-BE49-F238E27FC236}">
                  <a16:creationId xmlns:a16="http://schemas.microsoft.com/office/drawing/2014/main" id="{ADACA5E3-8833-4A95-323B-487A387E91CA}"/>
                </a:ext>
              </a:extLst>
            </p:cNvPr>
            <p:cNvGrpSpPr/>
            <p:nvPr/>
          </p:nvGrpSpPr>
          <p:grpSpPr>
            <a:xfrm>
              <a:off x="8774450" y="1601092"/>
              <a:ext cx="2253000" cy="2012832"/>
              <a:chOff x="8774450" y="1601092"/>
              <a:chExt cx="2253000" cy="2012832"/>
            </a:xfrm>
          </p:grpSpPr>
          <p:sp>
            <p:nvSpPr>
              <p:cNvPr id="16" name="ComponentBackground5">
                <a:extLst>
                  <a:ext uri="{FF2B5EF4-FFF2-40B4-BE49-F238E27FC236}">
                    <a16:creationId xmlns:a16="http://schemas.microsoft.com/office/drawing/2014/main" id="{7EF79974-2E53-BE40-4205-CBF3DD42D66E}"/>
                  </a:ext>
                </a:extLst>
              </p:cNvPr>
              <p:cNvSpPr/>
              <p:nvPr/>
            </p:nvSpPr>
            <p:spPr>
              <a:xfrm>
                <a:off x="8774450" y="1810299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17" name="Text5">
                <a:extLst>
                  <a:ext uri="{FF2B5EF4-FFF2-40B4-BE49-F238E27FC236}">
                    <a16:creationId xmlns:a16="http://schemas.microsoft.com/office/drawing/2014/main" id="{D8490DD2-9461-F607-6987-EFC50336238F}"/>
                  </a:ext>
                </a:extLst>
              </p:cNvPr>
              <p:cNvSpPr txBox="1"/>
              <p:nvPr/>
            </p:nvSpPr>
            <p:spPr>
              <a:xfrm>
                <a:off x="8854914" y="2118896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8" name="Bullet5">
                <a:extLst>
                  <a:ext uri="{FF2B5EF4-FFF2-40B4-BE49-F238E27FC236}">
                    <a16:creationId xmlns:a16="http://schemas.microsoft.com/office/drawing/2014/main" id="{E014B780-4B78-5BDB-06E4-B01EAFCD2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5379" y="1601092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TBD</a:t>
                </a:r>
              </a:p>
            </p:txBody>
          </p:sp>
          <p:sp>
            <p:nvSpPr>
              <p:cNvPr id="19" name="Line5">
                <a:extLst>
                  <a:ext uri="{FF2B5EF4-FFF2-40B4-BE49-F238E27FC236}">
                    <a16:creationId xmlns:a16="http://schemas.microsoft.com/office/drawing/2014/main" id="{2CE41029-A206-5012-1AB7-23A12B7AA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00950" y="3131138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7">
              <a:extLst>
                <a:ext uri="{FF2B5EF4-FFF2-40B4-BE49-F238E27FC236}">
                  <a16:creationId xmlns:a16="http://schemas.microsoft.com/office/drawing/2014/main" id="{6122A7F7-A710-D2D4-9595-230C74472247}"/>
                </a:ext>
              </a:extLst>
            </p:cNvPr>
            <p:cNvGrpSpPr/>
            <p:nvPr/>
          </p:nvGrpSpPr>
          <p:grpSpPr>
            <a:xfrm>
              <a:off x="9265900" y="3967979"/>
              <a:ext cx="2253000" cy="2012832"/>
              <a:chOff x="9265900" y="3967979"/>
              <a:chExt cx="2253000" cy="2012832"/>
            </a:xfrm>
          </p:grpSpPr>
          <p:sp>
            <p:nvSpPr>
              <p:cNvPr id="12" name="ComponentBackground6">
                <a:extLst>
                  <a:ext uri="{FF2B5EF4-FFF2-40B4-BE49-F238E27FC236}">
                    <a16:creationId xmlns:a16="http://schemas.microsoft.com/office/drawing/2014/main" id="{23C1982F-86B0-2B99-84B3-9C60C0CFADDE}"/>
                  </a:ext>
                </a:extLst>
              </p:cNvPr>
              <p:cNvSpPr/>
              <p:nvPr/>
            </p:nvSpPr>
            <p:spPr>
              <a:xfrm flipV="1">
                <a:off x="9265900" y="4575832"/>
                <a:ext cx="2253000" cy="1195772"/>
              </a:xfrm>
              <a:custGeom>
                <a:avLst/>
                <a:gdLst>
                  <a:gd name="connsiteX0" fmla="*/ 69356 w 2044389"/>
                  <a:gd name="connsiteY0" fmla="*/ 0 h 2001981"/>
                  <a:gd name="connsiteX1" fmla="*/ 1975033 w 2044389"/>
                  <a:gd name="connsiteY1" fmla="*/ 0 h 2001981"/>
                  <a:gd name="connsiteX2" fmla="*/ 2044389 w 2044389"/>
                  <a:gd name="connsiteY2" fmla="*/ 69356 h 2001981"/>
                  <a:gd name="connsiteX3" fmla="*/ 2044389 w 2044389"/>
                  <a:gd name="connsiteY3" fmla="*/ 1790051 h 2001981"/>
                  <a:gd name="connsiteX4" fmla="*/ 1975033 w 2044389"/>
                  <a:gd name="connsiteY4" fmla="*/ 1859407 h 2001981"/>
                  <a:gd name="connsiteX5" fmla="*/ 1104887 w 2044389"/>
                  <a:gd name="connsiteY5" fmla="*/ 1859407 h 2001981"/>
                  <a:gd name="connsiteX6" fmla="*/ 1022194 w 2044389"/>
                  <a:gd name="connsiteY6" fmla="*/ 2001981 h 2001981"/>
                  <a:gd name="connsiteX7" fmla="*/ 939501 w 2044389"/>
                  <a:gd name="connsiteY7" fmla="*/ 1859407 h 2001981"/>
                  <a:gd name="connsiteX8" fmla="*/ 69356 w 2044389"/>
                  <a:gd name="connsiteY8" fmla="*/ 1859407 h 2001981"/>
                  <a:gd name="connsiteX9" fmla="*/ 0 w 2044389"/>
                  <a:gd name="connsiteY9" fmla="*/ 1790051 h 2001981"/>
                  <a:gd name="connsiteX10" fmla="*/ 0 w 2044389"/>
                  <a:gd name="connsiteY10" fmla="*/ 69356 h 2001981"/>
                  <a:gd name="connsiteX11" fmla="*/ 69356 w 2044389"/>
                  <a:gd name="connsiteY11" fmla="*/ 0 h 2001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44389" h="2001981">
                    <a:moveTo>
                      <a:pt x="69356" y="0"/>
                    </a:moveTo>
                    <a:lnTo>
                      <a:pt x="1975033" y="0"/>
                    </a:lnTo>
                    <a:cubicBezTo>
                      <a:pt x="2013337" y="0"/>
                      <a:pt x="2044389" y="31052"/>
                      <a:pt x="2044389" y="69356"/>
                    </a:cubicBezTo>
                    <a:lnTo>
                      <a:pt x="2044389" y="1790051"/>
                    </a:lnTo>
                    <a:cubicBezTo>
                      <a:pt x="2044389" y="1828355"/>
                      <a:pt x="2013337" y="1859407"/>
                      <a:pt x="1975033" y="1859407"/>
                    </a:cubicBezTo>
                    <a:lnTo>
                      <a:pt x="1104887" y="1859407"/>
                    </a:lnTo>
                    <a:lnTo>
                      <a:pt x="1022194" y="2001981"/>
                    </a:lnTo>
                    <a:lnTo>
                      <a:pt x="939501" y="1859407"/>
                    </a:lnTo>
                    <a:lnTo>
                      <a:pt x="69356" y="1859407"/>
                    </a:lnTo>
                    <a:cubicBezTo>
                      <a:pt x="31052" y="1859407"/>
                      <a:pt x="0" y="1828355"/>
                      <a:pt x="0" y="1790051"/>
                    </a:cubicBezTo>
                    <a:lnTo>
                      <a:pt x="0" y="69356"/>
                    </a:lnTo>
                    <a:cubicBezTo>
                      <a:pt x="0" y="31052"/>
                      <a:pt x="31052" y="0"/>
                      <a:pt x="69356" y="0"/>
                    </a:cubicBezTo>
                    <a:close/>
                  </a:path>
                </a:pathLst>
              </a:custGeom>
              <a:noFill/>
              <a:ln w="12700" cap="flat" cmpd="sng" algn="ctr">
                <a:gradFill>
                  <a:gsLst>
                    <a:gs pos="20000">
                      <a:schemeClr val="accent1">
                        <a:lumMod val="60000"/>
                        <a:lumOff val="40000"/>
                        <a:alpha val="5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sz="1050">
                  <a:cs typeface="+mn-ea"/>
                  <a:sym typeface="+mn-lt"/>
                </a:endParaRPr>
              </a:p>
            </p:txBody>
          </p:sp>
          <p:sp>
            <p:nvSpPr>
              <p:cNvPr id="13" name="Text6">
                <a:extLst>
                  <a:ext uri="{FF2B5EF4-FFF2-40B4-BE49-F238E27FC236}">
                    <a16:creationId xmlns:a16="http://schemas.microsoft.com/office/drawing/2014/main" id="{D0728FA4-363D-46D1-C800-5338CF6D7045}"/>
                  </a:ext>
                </a:extLst>
              </p:cNvPr>
              <p:cNvSpPr txBox="1"/>
              <p:nvPr/>
            </p:nvSpPr>
            <p:spPr>
              <a:xfrm>
                <a:off x="9346364" y="4866904"/>
                <a:ext cx="2092071" cy="61215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rmAutofit/>
              </a:bodyPr>
              <a:lstStyle>
                <a:defPPr>
                  <a:defRPr lang="zh-CN"/>
                </a:defPPr>
                <a:lvl1pPr marR="0" lvl="0" indent="0" fontAlgn="auto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4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OPPOSans R" panose="00020600040101010101" pitchFamily="18" charset="-122"/>
                    <a:ea typeface="OPPOSans R" panose="00020600040101010101" pitchFamily="18" charset="-122"/>
                    <a:cs typeface="OPPOSans R" panose="00020600040101010101" pitchFamily="18" charset="-122"/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endParaRPr lang="pt-BR" altLang="zh-CN" sz="90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endParaRPr>
              </a:p>
            </p:txBody>
          </p:sp>
          <p:sp>
            <p:nvSpPr>
              <p:cNvPr id="14" name="Bullet6">
                <a:extLst>
                  <a:ext uri="{FF2B5EF4-FFF2-40B4-BE49-F238E27FC236}">
                    <a16:creationId xmlns:a16="http://schemas.microsoft.com/office/drawing/2014/main" id="{A7289CD8-6625-ADCE-CB4B-21218CA727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6829" y="5562397"/>
                <a:ext cx="1931143" cy="418414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254000" dist="1270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68580" tIns="34290" rIns="68580" bIns="3429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 defTabSz="685324"/>
                <a:r>
                  <a:rPr lang="en-US" sz="1050" b="1">
                    <a:solidFill>
                      <a:srgbClr val="FFFFFF"/>
                    </a:solidFill>
                    <a:cs typeface="+mn-ea"/>
                    <a:sym typeface="+mn-lt"/>
                  </a:rPr>
                  <a:t>TBD</a:t>
                </a:r>
              </a:p>
            </p:txBody>
          </p:sp>
          <p:sp>
            <p:nvSpPr>
              <p:cNvPr id="15" name="Line6">
                <a:extLst>
                  <a:ext uri="{FF2B5EF4-FFF2-40B4-BE49-F238E27FC236}">
                    <a16:creationId xmlns:a16="http://schemas.microsoft.com/office/drawing/2014/main" id="{FB469434-4E64-A36A-6291-5F933BB871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92400" y="3967979"/>
                <a:ext cx="0" cy="482786"/>
              </a:xfrm>
              <a:prstGeom prst="line">
                <a:avLst/>
              </a:prstGeom>
              <a:noFill/>
              <a:ln w="19050" cap="flat">
                <a:gradFill>
                  <a:gsLst>
                    <a:gs pos="0">
                      <a:schemeClr val="accent1">
                        <a:alpha val="0"/>
                      </a:schemeClr>
                    </a:gs>
                    <a:gs pos="90000">
                      <a:schemeClr val="accent1"/>
                    </a:gs>
                  </a:gsLst>
                  <a:lin ang="5400000" scaled="1"/>
                </a:gradFill>
                <a:prstDash val="solid"/>
                <a:miter lim="800000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050">
                  <a:cs typeface="+mn-ea"/>
                  <a:sym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2661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6FA9-269D-1F11-A2CF-429C0C921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7C3F3-A2AB-9D84-652F-8BB022E5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3864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nited Grinding 169">
  <a:themeElements>
    <a:clrScheme name="Design Colors">
      <a:dk1>
        <a:srgbClr val="060606"/>
      </a:dk1>
      <a:lt1>
        <a:srgbClr val="FFFFFF"/>
      </a:lt1>
      <a:dk2>
        <a:srgbClr val="07A0E1"/>
      </a:dk2>
      <a:lt2>
        <a:srgbClr val="E4E4E4"/>
      </a:lt2>
      <a:accent1>
        <a:srgbClr val="2B4799"/>
      </a:accent1>
      <a:accent2>
        <a:srgbClr val="117FBD"/>
      </a:accent2>
      <a:accent3>
        <a:srgbClr val="64A3D4"/>
      </a:accent3>
      <a:accent4>
        <a:srgbClr val="9EC0E3"/>
      </a:accent4>
      <a:accent5>
        <a:srgbClr val="CFD0D0"/>
      </a:accent5>
      <a:accent6>
        <a:srgbClr val="9B9D9D"/>
      </a:accent6>
      <a:hlink>
        <a:srgbClr val="07A0E1"/>
      </a:hlink>
      <a:folHlink>
        <a:srgbClr val="9EC0E3"/>
      </a:folHlink>
    </a:clrScheme>
    <a:fontScheme name="Design Font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lnSpc>
            <a:spcPct val="110000"/>
          </a:lnSpc>
          <a:spcBef>
            <a:spcPts val="600"/>
          </a:spcBef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defRPr sz="1400" dirty="0" smtClean="0"/>
        </a:defPPr>
      </a:lstStyle>
    </a:txDef>
  </a:objectDefaults>
  <a:extraClrSchemeLst/>
  <a:custClrLst>
    <a:custClr>
      <a:srgbClr val="3C3C3B"/>
    </a:custClr>
    <a:custClr>
      <a:srgbClr val="C30045"/>
    </a:custClr>
  </a:custClrLst>
  <a:extLst>
    <a:ext uri="{05A4C25C-085E-4340-85A3-A5531E510DB2}">
      <thm15:themeFamily xmlns:thm15="http://schemas.microsoft.com/office/thememl/2012/main" name="Präsentation2" id="{D8620198-15F3-4D45-802E-D6EEA97AD7D8}" vid="{0B741C49-00E7-417B-8FE8-CEC36CDC94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cb674022-22a8-406d-a291-dc76561922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C5905DA9B5B64A9921584000E834FC" ma:contentTypeVersion="19" ma:contentTypeDescription="Create a new document." ma:contentTypeScope="" ma:versionID="4f24eec9e3bc7bf70a9e924754a0628e">
  <xsd:schema xmlns:xsd="http://www.w3.org/2001/XMLSchema" xmlns:xs="http://www.w3.org/2001/XMLSchema" xmlns:p="http://schemas.microsoft.com/office/2006/metadata/properties" xmlns:ns1="http://schemas.microsoft.com/sharepoint/v3" xmlns:ns3="21fcbfa9-ea96-491b-830f-c82a9e87b33c" xmlns:ns4="cb674022-22a8-406d-a291-dc76561922c5" targetNamespace="http://schemas.microsoft.com/office/2006/metadata/properties" ma:root="true" ma:fieldsID="82b502ac44d073c4fa6bd80fc2305993" ns1:_="" ns3:_="" ns4:_="">
    <xsd:import namespace="http://schemas.microsoft.com/sharepoint/v3"/>
    <xsd:import namespace="21fcbfa9-ea96-491b-830f-c82a9e87b33c"/>
    <xsd:import namespace="cb674022-22a8-406d-a291-dc76561922c5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AutoTags" minOccurs="0"/>
                <xsd:element ref="ns4:MediaServiceObjectDetectorVersions" minOccurs="0"/>
                <xsd:element ref="ns4:MediaServiceSystem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SearchProperties" minOccurs="0"/>
                <xsd:element ref="ns4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fcbfa9-ea96-491b-830f-c82a9e87b33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674022-22a8-406d-a291-dc76561922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2ED5A5-5CE9-4D00-962C-A72A57751B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F208CB-1962-45CF-B6B2-0E9361A564E4}">
  <ds:schemaRefs>
    <ds:schemaRef ds:uri="http://purl.org/dc/dcmitype/"/>
    <ds:schemaRef ds:uri="cb674022-22a8-406d-a291-dc76561922c5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sharepoint/v3"/>
    <ds:schemaRef ds:uri="http://www.w3.org/XML/1998/namespace"/>
    <ds:schemaRef ds:uri="http://schemas.openxmlformats.org/package/2006/metadata/core-properties"/>
    <ds:schemaRef ds:uri="21fcbfa9-ea96-491b-830f-c82a9e87b33c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5A8B509-6624-4DE8-AFCC-EDE278CFC657}">
  <ds:schemaRefs>
    <ds:schemaRef ds:uri="21fcbfa9-ea96-491b-830f-c82a9e87b33c"/>
    <ds:schemaRef ds:uri="cb674022-22a8-406d-a291-dc76561922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b11bcc1-875f-4f53-8320-ce0dd5eabbf1}" enabled="1" method="Privileged" siteId="{d0f5c1a2-e9a8-44ff-a1cc-b094c39a84d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United Grinding</Template>
  <TotalTime>24</TotalTime>
  <Words>924</Words>
  <Application>Microsoft Office PowerPoint</Application>
  <PresentationFormat>全屏显示(16:9)</PresentationFormat>
  <Paragraphs>179</Paragraphs>
  <Slides>40</Slides>
  <Notes>0</Notes>
  <HiddenSlides>20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Aptos</vt:lpstr>
      <vt:lpstr>Arial</vt:lpstr>
      <vt:lpstr>Arial Narrow</vt:lpstr>
      <vt:lpstr>Roboto Black</vt:lpstr>
      <vt:lpstr>Wingdings</vt:lpstr>
      <vt:lpstr>United Grinding 169</vt:lpstr>
      <vt:lpstr>think-cell Slide</vt:lpstr>
      <vt:lpstr>Ums 高效自主加工软件项目</vt:lpstr>
      <vt:lpstr>Ums autonomy production Management Software</vt:lpstr>
      <vt:lpstr>目录</vt:lpstr>
      <vt:lpstr>catalog</vt:lpstr>
      <vt:lpstr>不只是加工方案 UMS 走在前面</vt:lpstr>
      <vt:lpstr>Not just machining solutions</vt:lpstr>
      <vt:lpstr>开发框架——围绕高效自主加工高精度模具镶件</vt:lpstr>
      <vt:lpstr>Development Framework——High accuracy mold insert autonomy production</vt:lpstr>
      <vt:lpstr>主页 Homepage</vt:lpstr>
      <vt:lpstr>项目信息数据对接</vt:lpstr>
      <vt:lpstr>项目数据对接</vt:lpstr>
      <vt:lpstr>数字化工艺流程</vt:lpstr>
      <vt:lpstr>数字化工艺流程——导入BOM清单</vt:lpstr>
      <vt:lpstr>数字化工艺流程——需加工部分工艺制定</vt:lpstr>
      <vt:lpstr>车间产能平衡——生产安排查看</vt:lpstr>
      <vt:lpstr>车间产能平衡</vt:lpstr>
      <vt:lpstr>车间产能平衡</vt:lpstr>
      <vt:lpstr>车间产能平衡——新增紧急单</vt:lpstr>
      <vt:lpstr>制造信息管理</vt:lpstr>
      <vt:lpstr>制造信息管理——实际时间记录入库</vt:lpstr>
      <vt:lpstr>制造信息管理——当前机床当日任务看板+未来任务预览</vt:lpstr>
      <vt:lpstr>车间物料自动物流</vt:lpstr>
      <vt:lpstr>系统管理</vt:lpstr>
      <vt:lpstr>Project info data sync</vt:lpstr>
      <vt:lpstr>Project info data sync</vt:lpstr>
      <vt:lpstr>Digitalization Process</vt:lpstr>
      <vt:lpstr>Digitalization Process——import bom list</vt:lpstr>
      <vt:lpstr>Digitalization Process——需加工部分工艺制定</vt:lpstr>
      <vt:lpstr>车间产能平衡——生产安排查看</vt:lpstr>
      <vt:lpstr>车间产能平衡</vt:lpstr>
      <vt:lpstr>车间产能平衡</vt:lpstr>
      <vt:lpstr>车间产能平衡——新增紧急单</vt:lpstr>
      <vt:lpstr>制造信息管理</vt:lpstr>
      <vt:lpstr>制造信息管理——实际时间记录入库</vt:lpstr>
      <vt:lpstr>制造信息管理——当前机床当日任务看板+未来任务预览</vt:lpstr>
      <vt:lpstr>车间物料自动物流</vt:lpstr>
      <vt:lpstr>系统管理</vt:lpstr>
      <vt:lpstr>项目规划</vt:lpstr>
      <vt:lpstr>Project plan</vt:lpstr>
      <vt:lpstr>Thank you</vt:lpstr>
    </vt:vector>
  </TitlesOfParts>
  <Company>United Grinding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UM自主加工</dc:title>
  <dc:creator>Kunz Thomas;michael.qian@georgfischer.com</dc:creator>
  <cp:lastModifiedBy>Cao, Camorhan</cp:lastModifiedBy>
  <cp:revision>3</cp:revision>
  <dcterms:created xsi:type="dcterms:W3CDTF">2025-05-05T12:55:26Z</dcterms:created>
  <dcterms:modified xsi:type="dcterms:W3CDTF">2026-01-05T06:16:55Z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0x01010037C5905DA9B5B64A9921584000E834FC</vt:lpwstr>
  </property>
  <property fmtid="{D5CDD505-2E9C-101B-9397-08002B2CF9AE}" pid="3" name="MediaServiceImageTags">
    <vt:lpwstr/>
  </property>
</Properties>
</file>